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7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4" r:id="rId7"/>
    <p:sldId id="266" r:id="rId8"/>
    <p:sldId id="267" r:id="rId9"/>
    <p:sldId id="281" r:id="rId10"/>
    <p:sldId id="283" r:id="rId11"/>
    <p:sldId id="285" r:id="rId12"/>
    <p:sldId id="284" r:id="rId13"/>
    <p:sldId id="282" r:id="rId14"/>
    <p:sldId id="268" r:id="rId15"/>
    <p:sldId id="271" r:id="rId16"/>
    <p:sldId id="272" r:id="rId17"/>
    <p:sldId id="273" r:id="rId18"/>
    <p:sldId id="274" r:id="rId19"/>
    <p:sldId id="275" r:id="rId20"/>
    <p:sldId id="279" r:id="rId21"/>
    <p:sldId id="280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03" autoAdjust="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r>
            <a:rPr lang="es-ES" noProof="1"/>
            <a:t>¿Qué es un motor de videojuegos?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</dgm:pt>
    <dgm:pt modelId="{2D08ABBA-B35A-418F-8003-978AC331E76C}">
      <dgm:prSet/>
      <dgm:spPr/>
      <dgm:t>
        <a:bodyPr/>
        <a:lstStyle/>
        <a:p>
          <a:pPr>
            <a:buNone/>
          </a:pPr>
          <a:r>
            <a:rPr lang="es-ES" noProof="1"/>
            <a:t>Comparativa Unity, Godot y GameMaker</a:t>
          </a:r>
        </a:p>
      </dgm:t>
    </dgm:pt>
    <dgm:pt modelId="{8737D2A4-E032-4A7C-8D56-44ADFE4075A1}" type="parTrans" cxnId="{27C8AEC4-0ECC-4F54-8F52-BE27D38BA37E}">
      <dgm:prSet/>
      <dgm:spPr/>
      <dgm:t>
        <a:bodyPr/>
        <a:lstStyle/>
        <a:p>
          <a:endParaRPr lang="en-GB"/>
        </a:p>
      </dgm:t>
    </dgm:pt>
    <dgm:pt modelId="{E13CA592-C411-4BBE-9A03-31F04205BA08}" type="sibTrans" cxnId="{27C8AEC4-0ECC-4F54-8F52-BE27D38BA37E}">
      <dgm:prSet phldrT="02" phldr="0"/>
      <dgm:spPr/>
    </dgm:pt>
    <dgm:pt modelId="{A3FA0615-8ACF-4A68-8113-4E43CFE382B9}">
      <dgm:prSet/>
      <dgm:spPr/>
      <dgm:t>
        <a:bodyPr/>
        <a:lstStyle/>
        <a:p>
          <a:pPr>
            <a:buNone/>
          </a:pPr>
          <a:r>
            <a:rPr lang="es-ES" noProof="1"/>
            <a:t>¿Por qué 2D?</a:t>
          </a:r>
        </a:p>
      </dgm:t>
    </dgm:pt>
    <dgm:pt modelId="{BC6274DB-8BDA-4535-80BC-D6B88379A6C4}" type="parTrans" cxnId="{95E5612D-476A-4A2F-9EAD-9CCB5D1B1999}">
      <dgm:prSet/>
      <dgm:spPr/>
      <dgm:t>
        <a:bodyPr/>
        <a:lstStyle/>
        <a:p>
          <a:endParaRPr lang="en-GB"/>
        </a:p>
      </dgm:t>
    </dgm:pt>
    <dgm:pt modelId="{721F6708-59AE-4EBD-8FA9-D46B99D58CAE}" type="sibTrans" cxnId="{95E5612D-476A-4A2F-9EAD-9CCB5D1B1999}">
      <dgm:prSet phldrT="03" phldr="0"/>
      <dgm:spPr/>
    </dgm:pt>
    <dgm:pt modelId="{295C4FF0-B164-4DB2-A49A-A76C972C1973}">
      <dgm:prSet/>
      <dgm:spPr/>
      <dgm:t>
        <a:bodyPr/>
        <a:lstStyle/>
        <a:p>
          <a:pPr>
            <a:buNone/>
          </a:pPr>
          <a:r>
            <a:rPr lang="es-ES" noProof="1"/>
            <a:t>¿Por qué Unity, Godot y GameMaker?</a:t>
          </a:r>
        </a:p>
      </dgm:t>
    </dgm:pt>
    <dgm:pt modelId="{52A71230-F4EF-4020-832E-C5D74C0CCEBF}" type="parTrans" cxnId="{F5522377-200E-43BB-998F-1FC3733C56AE}">
      <dgm:prSet/>
      <dgm:spPr/>
      <dgm:t>
        <a:bodyPr/>
        <a:lstStyle/>
        <a:p>
          <a:endParaRPr lang="en-GB"/>
        </a:p>
      </dgm:t>
    </dgm:pt>
    <dgm:pt modelId="{D514BCC9-5752-4F14-A186-645C0A49339F}" type="sibTrans" cxnId="{F5522377-200E-43BB-998F-1FC3733C56AE}">
      <dgm:prSet phldrT="04" phldr="0"/>
      <dgm:spPr/>
    </dgm:pt>
    <dgm:pt modelId="{813DA09B-74D7-47E3-884C-1D3E22D210A9}">
      <dgm:prSet/>
      <dgm:spPr/>
      <dgm:t>
        <a:bodyPr/>
        <a:lstStyle/>
        <a:p>
          <a:pPr>
            <a:buNone/>
          </a:pPr>
          <a:r>
            <a:rPr lang="es-ES" noProof="1"/>
            <a:t>Mismo juego en los tres motores</a:t>
          </a:r>
        </a:p>
      </dgm:t>
    </dgm:pt>
    <dgm:pt modelId="{3581FCC4-ACA2-460D-9F6A-D8E37F813957}" type="parTrans" cxnId="{2A8599ED-79C3-4594-B9AE-75905EE1B783}">
      <dgm:prSet/>
      <dgm:spPr/>
      <dgm:t>
        <a:bodyPr/>
        <a:lstStyle/>
        <a:p>
          <a:endParaRPr lang="en-GB"/>
        </a:p>
      </dgm:t>
    </dgm:pt>
    <dgm:pt modelId="{0DB86E81-E08D-429C-974E-C82D863225D7}" type="sibTrans" cxnId="{2A8599ED-79C3-4594-B9AE-75905EE1B783}">
      <dgm:prSet phldrT="05" phldr="0"/>
      <dgm:spPr/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6EFB93-97BC-49C4-BDF2-98CFDB6B0A75}" type="pres">
      <dgm:prSet presAssocID="{E50859AA-9BD3-42D2-947F-048133AAFB4B}" presName="root" presStyleCnt="0"/>
      <dgm:spPr/>
    </dgm:pt>
    <dgm:pt modelId="{908876AF-1EA6-4C52-83D5-8AE6B07C1800}" type="pres">
      <dgm:prSet presAssocID="{E50859AA-9BD3-42D2-947F-048133AAFB4B}" presName="rootComposite" presStyleCnt="0"/>
      <dgm:spPr/>
    </dgm:pt>
    <dgm:pt modelId="{04EC10E9-ED64-4605-B32B-40CB098B08FD}" type="pres">
      <dgm:prSet presAssocID="{E50859AA-9BD3-42D2-947F-048133AAFB4B}" presName="rootText" presStyleLbl="node1" presStyleIdx="0" presStyleCnt="5"/>
      <dgm:spPr/>
    </dgm:pt>
    <dgm:pt modelId="{00DE4E6C-C2EA-41CC-9B9C-BF3015862EAB}" type="pres">
      <dgm:prSet presAssocID="{E50859AA-9BD3-42D2-947F-048133AAFB4B}" presName="rootConnector" presStyleLbl="node1" presStyleIdx="0" presStyleCnt="5"/>
      <dgm:spPr/>
    </dgm:pt>
    <dgm:pt modelId="{1A0C345F-98BC-4CA3-BE87-F766D4A9D689}" type="pres">
      <dgm:prSet presAssocID="{E50859AA-9BD3-42D2-947F-048133AAFB4B}" presName="childShape" presStyleCnt="0"/>
      <dgm:spPr/>
    </dgm:pt>
    <dgm:pt modelId="{8668EDCA-396F-46DD-8577-6C21D1CE2649}" type="pres">
      <dgm:prSet presAssocID="{2D08ABBA-B35A-418F-8003-978AC331E76C}" presName="root" presStyleCnt="0"/>
      <dgm:spPr/>
    </dgm:pt>
    <dgm:pt modelId="{B67EB8F5-035B-4AF1-B466-D74167DF1072}" type="pres">
      <dgm:prSet presAssocID="{2D08ABBA-B35A-418F-8003-978AC331E76C}" presName="rootComposite" presStyleCnt="0"/>
      <dgm:spPr/>
    </dgm:pt>
    <dgm:pt modelId="{7FF91C1E-CAEA-4DEA-BCB7-C6EACDB7FA83}" type="pres">
      <dgm:prSet presAssocID="{2D08ABBA-B35A-418F-8003-978AC331E76C}" presName="rootText" presStyleLbl="node1" presStyleIdx="1" presStyleCnt="5"/>
      <dgm:spPr/>
    </dgm:pt>
    <dgm:pt modelId="{0260F7EC-8003-4A57-BF3B-0B013F95597D}" type="pres">
      <dgm:prSet presAssocID="{2D08ABBA-B35A-418F-8003-978AC331E76C}" presName="rootConnector" presStyleLbl="node1" presStyleIdx="1" presStyleCnt="5"/>
      <dgm:spPr/>
    </dgm:pt>
    <dgm:pt modelId="{7DC23010-BA75-4439-9906-C248F652712B}" type="pres">
      <dgm:prSet presAssocID="{2D08ABBA-B35A-418F-8003-978AC331E76C}" presName="childShape" presStyleCnt="0"/>
      <dgm:spPr/>
    </dgm:pt>
    <dgm:pt modelId="{14CF260A-7266-44D4-8942-05E83E2ECFCE}" type="pres">
      <dgm:prSet presAssocID="{A3FA0615-8ACF-4A68-8113-4E43CFE382B9}" presName="root" presStyleCnt="0"/>
      <dgm:spPr/>
    </dgm:pt>
    <dgm:pt modelId="{D7D279B9-E027-4A65-B35B-C165ABE31356}" type="pres">
      <dgm:prSet presAssocID="{A3FA0615-8ACF-4A68-8113-4E43CFE382B9}" presName="rootComposite" presStyleCnt="0"/>
      <dgm:spPr/>
    </dgm:pt>
    <dgm:pt modelId="{D32289D1-2B0D-4F22-B750-2E77B43DD0D9}" type="pres">
      <dgm:prSet presAssocID="{A3FA0615-8ACF-4A68-8113-4E43CFE382B9}" presName="rootText" presStyleLbl="node1" presStyleIdx="2" presStyleCnt="5"/>
      <dgm:spPr/>
    </dgm:pt>
    <dgm:pt modelId="{176762AE-6073-4B50-BE35-42D873A63544}" type="pres">
      <dgm:prSet presAssocID="{A3FA0615-8ACF-4A68-8113-4E43CFE382B9}" presName="rootConnector" presStyleLbl="node1" presStyleIdx="2" presStyleCnt="5"/>
      <dgm:spPr/>
    </dgm:pt>
    <dgm:pt modelId="{87497CA8-6A42-4C1D-89AB-04372D89E58E}" type="pres">
      <dgm:prSet presAssocID="{A3FA0615-8ACF-4A68-8113-4E43CFE382B9}" presName="childShape" presStyleCnt="0"/>
      <dgm:spPr/>
    </dgm:pt>
    <dgm:pt modelId="{2E29BAC8-99B7-4035-B716-31C746300483}" type="pres">
      <dgm:prSet presAssocID="{295C4FF0-B164-4DB2-A49A-A76C972C1973}" presName="root" presStyleCnt="0"/>
      <dgm:spPr/>
    </dgm:pt>
    <dgm:pt modelId="{C6EF1886-2B2B-4D44-BAFE-CFAEDA58DBD3}" type="pres">
      <dgm:prSet presAssocID="{295C4FF0-B164-4DB2-A49A-A76C972C1973}" presName="rootComposite" presStyleCnt="0"/>
      <dgm:spPr/>
    </dgm:pt>
    <dgm:pt modelId="{7215E7F3-737A-49B4-9B6E-1624ADE42832}" type="pres">
      <dgm:prSet presAssocID="{295C4FF0-B164-4DB2-A49A-A76C972C1973}" presName="rootText" presStyleLbl="node1" presStyleIdx="3" presStyleCnt="5"/>
      <dgm:spPr/>
    </dgm:pt>
    <dgm:pt modelId="{8F50EB3C-1B5C-4D81-A5D1-54AD2D346E83}" type="pres">
      <dgm:prSet presAssocID="{295C4FF0-B164-4DB2-A49A-A76C972C1973}" presName="rootConnector" presStyleLbl="node1" presStyleIdx="3" presStyleCnt="5"/>
      <dgm:spPr/>
    </dgm:pt>
    <dgm:pt modelId="{68F452B1-D17E-4E3F-B67A-C323A3EEB8A4}" type="pres">
      <dgm:prSet presAssocID="{295C4FF0-B164-4DB2-A49A-A76C972C1973}" presName="childShape" presStyleCnt="0"/>
      <dgm:spPr/>
    </dgm:pt>
    <dgm:pt modelId="{4400D5FB-46DB-4E62-B617-2AFEB7E77493}" type="pres">
      <dgm:prSet presAssocID="{813DA09B-74D7-47E3-884C-1D3E22D210A9}" presName="root" presStyleCnt="0"/>
      <dgm:spPr/>
    </dgm:pt>
    <dgm:pt modelId="{21BAD150-410E-469E-BD80-23D3094F83CD}" type="pres">
      <dgm:prSet presAssocID="{813DA09B-74D7-47E3-884C-1D3E22D210A9}" presName="rootComposite" presStyleCnt="0"/>
      <dgm:spPr/>
    </dgm:pt>
    <dgm:pt modelId="{3B5B0B03-4B6B-4129-AFD1-AD47CC22952E}" type="pres">
      <dgm:prSet presAssocID="{813DA09B-74D7-47E3-884C-1D3E22D210A9}" presName="rootText" presStyleLbl="node1" presStyleIdx="4" presStyleCnt="5"/>
      <dgm:spPr/>
    </dgm:pt>
    <dgm:pt modelId="{580F36AA-20F1-4D2A-B660-50D19DD702EC}" type="pres">
      <dgm:prSet presAssocID="{813DA09B-74D7-47E3-884C-1D3E22D210A9}" presName="rootConnector" presStyleLbl="node1" presStyleIdx="4" presStyleCnt="5"/>
      <dgm:spPr/>
    </dgm:pt>
    <dgm:pt modelId="{613D5102-B440-4E30-95E8-7B587EC718BC}" type="pres">
      <dgm:prSet presAssocID="{813DA09B-74D7-47E3-884C-1D3E22D210A9}" presName="childShape" presStyleCnt="0"/>
      <dgm:spPr/>
    </dgm:pt>
  </dgm:ptLst>
  <dgm:cxnLst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F07D851B-87B8-4575-A60A-C84A618CFB53}" type="presOf" srcId="{2D08ABBA-B35A-418F-8003-978AC331E76C}" destId="{0260F7EC-8003-4A57-BF3B-0B013F95597D}" srcOrd="1" destOrd="0" presId="urn:microsoft.com/office/officeart/2005/8/layout/hierarchy3"/>
    <dgm:cxn modelId="{95E5612D-476A-4A2F-9EAD-9CCB5D1B1999}" srcId="{BDB7CC9A-3BD2-4AAD-A511-80954914245A}" destId="{A3FA0615-8ACF-4A68-8113-4E43CFE382B9}" srcOrd="2" destOrd="0" parTransId="{BC6274DB-8BDA-4535-80BC-D6B88379A6C4}" sibTransId="{721F6708-59AE-4EBD-8FA9-D46B99D58CAE}"/>
    <dgm:cxn modelId="{A029F435-1900-4836-96A5-FC2C1992E906}" type="presOf" srcId="{A3FA0615-8ACF-4A68-8113-4E43CFE382B9}" destId="{176762AE-6073-4B50-BE35-42D873A63544}" srcOrd="1" destOrd="0" presId="urn:microsoft.com/office/officeart/2005/8/layout/hierarchy3"/>
    <dgm:cxn modelId="{FF8F613D-3DB7-4EC3-B209-ACE3BE035DB9}" type="presOf" srcId="{295C4FF0-B164-4DB2-A49A-A76C972C1973}" destId="{8F50EB3C-1B5C-4D81-A5D1-54AD2D346E83}" srcOrd="1" destOrd="0" presId="urn:microsoft.com/office/officeart/2005/8/layout/hierarchy3"/>
    <dgm:cxn modelId="{BDE1D869-B9C8-46EE-B78A-7B4371566A9E}" type="presOf" srcId="{2D08ABBA-B35A-418F-8003-978AC331E76C}" destId="{7FF91C1E-CAEA-4DEA-BCB7-C6EACDB7FA83}" srcOrd="0" destOrd="0" presId="urn:microsoft.com/office/officeart/2005/8/layout/hierarchy3"/>
    <dgm:cxn modelId="{84C1584B-BDE7-49C6-A42A-D99FD068324F}" type="presOf" srcId="{295C4FF0-B164-4DB2-A49A-A76C972C1973}" destId="{7215E7F3-737A-49B4-9B6E-1624ADE42832}" srcOrd="0" destOrd="0" presId="urn:microsoft.com/office/officeart/2005/8/layout/hierarchy3"/>
    <dgm:cxn modelId="{4B37536C-0FE2-45DF-A4CD-BAC06042B476}" type="presOf" srcId="{813DA09B-74D7-47E3-884C-1D3E22D210A9}" destId="{580F36AA-20F1-4D2A-B660-50D19DD702EC}" srcOrd="1" destOrd="0" presId="urn:microsoft.com/office/officeart/2005/8/layout/hierarchy3"/>
    <dgm:cxn modelId="{F5522377-200E-43BB-998F-1FC3733C56AE}" srcId="{BDB7CC9A-3BD2-4AAD-A511-80954914245A}" destId="{295C4FF0-B164-4DB2-A49A-A76C972C1973}" srcOrd="3" destOrd="0" parTransId="{52A71230-F4EF-4020-832E-C5D74C0CCEBF}" sibTransId="{D514BCC9-5752-4F14-A186-645C0A49339F}"/>
    <dgm:cxn modelId="{6A5B4F79-7B28-47D2-9164-A1912D2F0F9C}" type="presOf" srcId="{E50859AA-9BD3-42D2-947F-048133AAFB4B}" destId="{04EC10E9-ED64-4605-B32B-40CB098B08FD}" srcOrd="0" destOrd="0" presId="urn:microsoft.com/office/officeart/2005/8/layout/hierarchy3"/>
    <dgm:cxn modelId="{6ABFEC85-A49E-4DDC-8359-8617627D6354}" type="presOf" srcId="{813DA09B-74D7-47E3-884C-1D3E22D210A9}" destId="{3B5B0B03-4B6B-4129-AFD1-AD47CC22952E}" srcOrd="0" destOrd="0" presId="urn:microsoft.com/office/officeart/2005/8/layout/hierarchy3"/>
    <dgm:cxn modelId="{82F303B8-CFDC-4975-9626-588A1256C053}" type="presOf" srcId="{A3FA0615-8ACF-4A68-8113-4E43CFE382B9}" destId="{D32289D1-2B0D-4F22-B750-2E77B43DD0D9}" srcOrd="0" destOrd="0" presId="urn:microsoft.com/office/officeart/2005/8/layout/hierarchy3"/>
    <dgm:cxn modelId="{6912DABC-0FE4-40EE-8CF4-BA21DE19437A}" type="presOf" srcId="{E50859AA-9BD3-42D2-947F-048133AAFB4B}" destId="{00DE4E6C-C2EA-41CC-9B9C-BF3015862EAB}" srcOrd="1" destOrd="0" presId="urn:microsoft.com/office/officeart/2005/8/layout/hierarchy3"/>
    <dgm:cxn modelId="{27C8AEC4-0ECC-4F54-8F52-BE27D38BA37E}" srcId="{BDB7CC9A-3BD2-4AAD-A511-80954914245A}" destId="{2D08ABBA-B35A-418F-8003-978AC331E76C}" srcOrd="1" destOrd="0" parTransId="{8737D2A4-E032-4A7C-8D56-44ADFE4075A1}" sibTransId="{E13CA592-C411-4BBE-9A03-31F04205BA08}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2A8599ED-79C3-4594-B9AE-75905EE1B783}" srcId="{BDB7CC9A-3BD2-4AAD-A511-80954914245A}" destId="{813DA09B-74D7-47E3-884C-1D3E22D210A9}" srcOrd="4" destOrd="0" parTransId="{3581FCC4-ACA2-460D-9F6A-D8E37F813957}" sibTransId="{0DB86E81-E08D-429C-974E-C82D863225D7}"/>
    <dgm:cxn modelId="{75FED29B-4D7D-40A8-BAA5-0EEABF89F73D}" type="presParOf" srcId="{CD6F6516-51A2-44CF-8A59-7356DB327826}" destId="{B96EFB93-97BC-49C4-BDF2-98CFDB6B0A75}" srcOrd="0" destOrd="0" presId="urn:microsoft.com/office/officeart/2005/8/layout/hierarchy3"/>
    <dgm:cxn modelId="{0070584D-5930-47D8-A5F6-A7B8530BFF65}" type="presParOf" srcId="{B96EFB93-97BC-49C4-BDF2-98CFDB6B0A75}" destId="{908876AF-1EA6-4C52-83D5-8AE6B07C1800}" srcOrd="0" destOrd="0" presId="urn:microsoft.com/office/officeart/2005/8/layout/hierarchy3"/>
    <dgm:cxn modelId="{02EAF1DE-26E7-4DE6-B7B6-C84D1782B755}" type="presParOf" srcId="{908876AF-1EA6-4C52-83D5-8AE6B07C1800}" destId="{04EC10E9-ED64-4605-B32B-40CB098B08FD}" srcOrd="0" destOrd="0" presId="urn:microsoft.com/office/officeart/2005/8/layout/hierarchy3"/>
    <dgm:cxn modelId="{991903EE-DFDE-437F-81BE-D301EE7FE030}" type="presParOf" srcId="{908876AF-1EA6-4C52-83D5-8AE6B07C1800}" destId="{00DE4E6C-C2EA-41CC-9B9C-BF3015862EAB}" srcOrd="1" destOrd="0" presId="urn:microsoft.com/office/officeart/2005/8/layout/hierarchy3"/>
    <dgm:cxn modelId="{DE33CD60-0E1C-49DC-A038-45BF2E418FB2}" type="presParOf" srcId="{B96EFB93-97BC-49C4-BDF2-98CFDB6B0A75}" destId="{1A0C345F-98BC-4CA3-BE87-F766D4A9D689}" srcOrd="1" destOrd="0" presId="urn:microsoft.com/office/officeart/2005/8/layout/hierarchy3"/>
    <dgm:cxn modelId="{F1FF2D3B-0666-40EF-969F-3ABF36036DF2}" type="presParOf" srcId="{CD6F6516-51A2-44CF-8A59-7356DB327826}" destId="{8668EDCA-396F-46DD-8577-6C21D1CE2649}" srcOrd="1" destOrd="0" presId="urn:microsoft.com/office/officeart/2005/8/layout/hierarchy3"/>
    <dgm:cxn modelId="{B45C2D14-6E5E-4FCA-B203-62632056E103}" type="presParOf" srcId="{8668EDCA-396F-46DD-8577-6C21D1CE2649}" destId="{B67EB8F5-035B-4AF1-B466-D74167DF1072}" srcOrd="0" destOrd="0" presId="urn:microsoft.com/office/officeart/2005/8/layout/hierarchy3"/>
    <dgm:cxn modelId="{83B88053-BCE1-436A-8F74-11B4C181C700}" type="presParOf" srcId="{B67EB8F5-035B-4AF1-B466-D74167DF1072}" destId="{7FF91C1E-CAEA-4DEA-BCB7-C6EACDB7FA83}" srcOrd="0" destOrd="0" presId="urn:microsoft.com/office/officeart/2005/8/layout/hierarchy3"/>
    <dgm:cxn modelId="{A7E8FCB3-7365-436C-A68D-28C159CAC964}" type="presParOf" srcId="{B67EB8F5-035B-4AF1-B466-D74167DF1072}" destId="{0260F7EC-8003-4A57-BF3B-0B013F95597D}" srcOrd="1" destOrd="0" presId="urn:microsoft.com/office/officeart/2005/8/layout/hierarchy3"/>
    <dgm:cxn modelId="{52200F56-A040-4895-A1DB-FD92E241E3A3}" type="presParOf" srcId="{8668EDCA-396F-46DD-8577-6C21D1CE2649}" destId="{7DC23010-BA75-4439-9906-C248F652712B}" srcOrd="1" destOrd="0" presId="urn:microsoft.com/office/officeart/2005/8/layout/hierarchy3"/>
    <dgm:cxn modelId="{01792F53-D657-48FF-AE9E-BBA8A5F2181D}" type="presParOf" srcId="{CD6F6516-51A2-44CF-8A59-7356DB327826}" destId="{14CF260A-7266-44D4-8942-05E83E2ECFCE}" srcOrd="2" destOrd="0" presId="urn:microsoft.com/office/officeart/2005/8/layout/hierarchy3"/>
    <dgm:cxn modelId="{A9CACF4C-C2C7-4C10-B503-A37BE5D43A6A}" type="presParOf" srcId="{14CF260A-7266-44D4-8942-05E83E2ECFCE}" destId="{D7D279B9-E027-4A65-B35B-C165ABE31356}" srcOrd="0" destOrd="0" presId="urn:microsoft.com/office/officeart/2005/8/layout/hierarchy3"/>
    <dgm:cxn modelId="{041D2650-C911-474D-B37A-386BBB67CD37}" type="presParOf" srcId="{D7D279B9-E027-4A65-B35B-C165ABE31356}" destId="{D32289D1-2B0D-4F22-B750-2E77B43DD0D9}" srcOrd="0" destOrd="0" presId="urn:microsoft.com/office/officeart/2005/8/layout/hierarchy3"/>
    <dgm:cxn modelId="{4D3A7F93-A739-4031-A5D4-C9395CFBDA10}" type="presParOf" srcId="{D7D279B9-E027-4A65-B35B-C165ABE31356}" destId="{176762AE-6073-4B50-BE35-42D873A63544}" srcOrd="1" destOrd="0" presId="urn:microsoft.com/office/officeart/2005/8/layout/hierarchy3"/>
    <dgm:cxn modelId="{8A8770B7-BEB3-4189-A73E-EAE79A94E0F3}" type="presParOf" srcId="{14CF260A-7266-44D4-8942-05E83E2ECFCE}" destId="{87497CA8-6A42-4C1D-89AB-04372D89E58E}" srcOrd="1" destOrd="0" presId="urn:microsoft.com/office/officeart/2005/8/layout/hierarchy3"/>
    <dgm:cxn modelId="{D38EA862-FA2C-4121-B647-C338E033BA7D}" type="presParOf" srcId="{CD6F6516-51A2-44CF-8A59-7356DB327826}" destId="{2E29BAC8-99B7-4035-B716-31C746300483}" srcOrd="3" destOrd="0" presId="urn:microsoft.com/office/officeart/2005/8/layout/hierarchy3"/>
    <dgm:cxn modelId="{03EA2D64-1E7F-4245-935C-A13D6AA7F4E0}" type="presParOf" srcId="{2E29BAC8-99B7-4035-B716-31C746300483}" destId="{C6EF1886-2B2B-4D44-BAFE-CFAEDA58DBD3}" srcOrd="0" destOrd="0" presId="urn:microsoft.com/office/officeart/2005/8/layout/hierarchy3"/>
    <dgm:cxn modelId="{B088A825-B3D9-4966-9F0E-63CB81595411}" type="presParOf" srcId="{C6EF1886-2B2B-4D44-BAFE-CFAEDA58DBD3}" destId="{7215E7F3-737A-49B4-9B6E-1624ADE42832}" srcOrd="0" destOrd="0" presId="urn:microsoft.com/office/officeart/2005/8/layout/hierarchy3"/>
    <dgm:cxn modelId="{462DA26B-3956-47AD-A4BE-6AAF87681506}" type="presParOf" srcId="{C6EF1886-2B2B-4D44-BAFE-CFAEDA58DBD3}" destId="{8F50EB3C-1B5C-4D81-A5D1-54AD2D346E83}" srcOrd="1" destOrd="0" presId="urn:microsoft.com/office/officeart/2005/8/layout/hierarchy3"/>
    <dgm:cxn modelId="{8CEA6A2A-6426-4A5A-AC78-79A7ED294D4C}" type="presParOf" srcId="{2E29BAC8-99B7-4035-B716-31C746300483}" destId="{68F452B1-D17E-4E3F-B67A-C323A3EEB8A4}" srcOrd="1" destOrd="0" presId="urn:microsoft.com/office/officeart/2005/8/layout/hierarchy3"/>
    <dgm:cxn modelId="{1C9AB19D-699B-47D0-9487-6EE4FEE7C7D1}" type="presParOf" srcId="{CD6F6516-51A2-44CF-8A59-7356DB327826}" destId="{4400D5FB-46DB-4E62-B617-2AFEB7E77493}" srcOrd="4" destOrd="0" presId="urn:microsoft.com/office/officeart/2005/8/layout/hierarchy3"/>
    <dgm:cxn modelId="{F59FA1D0-A6E3-4E37-835D-1D1240DDB931}" type="presParOf" srcId="{4400D5FB-46DB-4E62-B617-2AFEB7E77493}" destId="{21BAD150-410E-469E-BD80-23D3094F83CD}" srcOrd="0" destOrd="0" presId="urn:microsoft.com/office/officeart/2005/8/layout/hierarchy3"/>
    <dgm:cxn modelId="{EF4DBFFC-3A1B-4FC3-B778-374EA19D7221}" type="presParOf" srcId="{21BAD150-410E-469E-BD80-23D3094F83CD}" destId="{3B5B0B03-4B6B-4129-AFD1-AD47CC22952E}" srcOrd="0" destOrd="0" presId="urn:microsoft.com/office/officeart/2005/8/layout/hierarchy3"/>
    <dgm:cxn modelId="{B307BFE4-F204-49E7-BE8B-1F31CC3D636E}" type="presParOf" srcId="{21BAD150-410E-469E-BD80-23D3094F83CD}" destId="{580F36AA-20F1-4D2A-B660-50D19DD702EC}" srcOrd="1" destOrd="0" presId="urn:microsoft.com/office/officeart/2005/8/layout/hierarchy3"/>
    <dgm:cxn modelId="{611315A5-95FE-43AD-BF82-E4CF161C5CFB}" type="presParOf" srcId="{4400D5FB-46DB-4E62-B617-2AFEB7E77493}" destId="{613D5102-B440-4E30-95E8-7B587EC718B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r>
            <a:rPr lang="es-ES" noProof="1"/>
            <a:t>Librerías y frameworks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</dgm:pt>
    <dgm:pt modelId="{872B8409-EBDB-4CD4-9DF2-4AF6E5BF3792}">
      <dgm:prSet phldrT="[Text]" phldr="0"/>
      <dgm:spPr/>
      <dgm:t>
        <a:bodyPr/>
        <a:lstStyle/>
        <a:p>
          <a:r>
            <a:rPr lang="es-ES" noProof="1"/>
            <a:t>Pros</a:t>
          </a:r>
        </a:p>
      </dgm:t>
    </dgm:pt>
    <dgm:pt modelId="{BAD6C1E7-C825-4A7C-8573-7A48299A2C19}" type="parTrans" cxnId="{C0CED7A5-5600-4E30-8730-821D16E1888F}">
      <dgm:prSet/>
      <dgm:spPr/>
      <dgm:t>
        <a:bodyPr/>
        <a:lstStyle/>
        <a:p>
          <a:endParaRPr lang="en-GB"/>
        </a:p>
      </dgm:t>
    </dgm:pt>
    <dgm:pt modelId="{E4ECF2E0-89E1-41D3-83CA-BE44FB35AC71}" type="sibTrans" cxnId="{C0CED7A5-5600-4E30-8730-821D16E1888F}">
      <dgm:prSet/>
      <dgm:spPr/>
      <dgm:t>
        <a:bodyPr/>
        <a:lstStyle/>
        <a:p>
          <a:endParaRPr lang="en-GB"/>
        </a:p>
      </dgm:t>
    </dgm:pt>
    <dgm:pt modelId="{EEB80FD0-67E4-48F6-BA47-0AB3B7DD7157}">
      <dgm:prSet phldrT="[Text]" phldr="0"/>
      <dgm:spPr/>
      <dgm:t>
        <a:bodyPr/>
        <a:lstStyle/>
        <a:p>
          <a:r>
            <a:rPr lang="es-ES" noProof="1"/>
            <a:t>Contras</a:t>
          </a:r>
        </a:p>
      </dgm:t>
    </dgm:pt>
    <dgm:pt modelId="{0810C31B-4531-4F07-B543-6CB06CBFF6E3}" type="parTrans" cxnId="{4DCE9242-9910-4000-879E-E3DAEEB57A71}">
      <dgm:prSet/>
      <dgm:spPr/>
      <dgm:t>
        <a:bodyPr/>
        <a:lstStyle/>
        <a:p>
          <a:endParaRPr lang="en-GB"/>
        </a:p>
      </dgm:t>
    </dgm:pt>
    <dgm:pt modelId="{9713B240-BB86-4A1F-93CB-47F3BD24CEE5}" type="sibTrans" cxnId="{4DCE9242-9910-4000-879E-E3DAEEB57A71}">
      <dgm:prSet/>
      <dgm:spPr/>
      <dgm:t>
        <a:bodyPr/>
        <a:lstStyle/>
        <a:p>
          <a:endParaRPr lang="en-GB"/>
        </a:p>
      </dgm:t>
    </dgm:pt>
    <dgm:pt modelId="{779B3B7C-FB35-4D90-9792-F221F6D04138}">
      <dgm:prSet phldrT="[Text]" phldr="0"/>
      <dgm:spPr/>
      <dgm:t>
        <a:bodyPr/>
        <a:lstStyle/>
        <a:p>
          <a:r>
            <a:rPr lang="es-ES" noProof="1"/>
            <a:t>Mayor customización.</a:t>
          </a:r>
        </a:p>
      </dgm:t>
    </dgm:pt>
    <dgm:pt modelId="{4AF30B97-C7A8-4EE1-84F7-C49EA52BC425}" type="parTrans" cxnId="{0702A199-8F0B-4496-BDA8-FE17EEAC33B0}">
      <dgm:prSet/>
      <dgm:spPr/>
      <dgm:t>
        <a:bodyPr/>
        <a:lstStyle/>
        <a:p>
          <a:endParaRPr lang="en-GB"/>
        </a:p>
      </dgm:t>
    </dgm:pt>
    <dgm:pt modelId="{83A667B0-9958-4768-8F32-8D8827E9FD1E}" type="sibTrans" cxnId="{0702A199-8F0B-4496-BDA8-FE17EEAC33B0}">
      <dgm:prSet/>
      <dgm:spPr/>
      <dgm:t>
        <a:bodyPr/>
        <a:lstStyle/>
        <a:p>
          <a:endParaRPr lang="en-GB"/>
        </a:p>
      </dgm:t>
    </dgm:pt>
    <dgm:pt modelId="{8B9DA154-4951-4953-99B6-0E14433E9954}">
      <dgm:prSet phldrT="[Text]" phldr="0"/>
      <dgm:spPr/>
      <dgm:t>
        <a:bodyPr/>
        <a:lstStyle/>
        <a:p>
          <a:r>
            <a:rPr lang="es-ES" noProof="1"/>
            <a:t> Implementar mecánicas innovadoras. </a:t>
          </a:r>
        </a:p>
      </dgm:t>
    </dgm:pt>
    <dgm:pt modelId="{DEF41CBE-BBDD-4022-A829-069377E65200}" type="parTrans" cxnId="{74082443-A0AD-4DAF-8E7E-0F57ADCB79BC}">
      <dgm:prSet/>
      <dgm:spPr/>
      <dgm:t>
        <a:bodyPr/>
        <a:lstStyle/>
        <a:p>
          <a:endParaRPr lang="en-GB"/>
        </a:p>
      </dgm:t>
    </dgm:pt>
    <dgm:pt modelId="{0DEA8F95-379E-4575-9806-BF4486AECBF3}" type="sibTrans" cxnId="{74082443-A0AD-4DAF-8E7E-0F57ADCB79BC}">
      <dgm:prSet/>
      <dgm:spPr/>
      <dgm:t>
        <a:bodyPr/>
        <a:lstStyle/>
        <a:p>
          <a:endParaRPr lang="en-GB"/>
        </a:p>
      </dgm:t>
    </dgm:pt>
    <dgm:pt modelId="{3BAF1223-B238-409E-B269-9B54AF5398EA}">
      <dgm:prSet phldrT="[Text]" phldr="0"/>
      <dgm:spPr/>
      <dgm:t>
        <a:bodyPr/>
        <a:lstStyle/>
        <a:p>
          <a:r>
            <a:rPr lang="es-ES" noProof="1"/>
            <a:t>Mayor aprendizaje.</a:t>
          </a:r>
        </a:p>
      </dgm:t>
    </dgm:pt>
    <dgm:pt modelId="{37188104-CDBB-44C6-A098-559BDB443BA6}" type="parTrans" cxnId="{055A56F0-0DD9-437A-9DFC-6100048FCC7F}">
      <dgm:prSet/>
      <dgm:spPr/>
      <dgm:t>
        <a:bodyPr/>
        <a:lstStyle/>
        <a:p>
          <a:endParaRPr lang="en-GB"/>
        </a:p>
      </dgm:t>
    </dgm:pt>
    <dgm:pt modelId="{EA736D96-03E1-41D1-BE6E-6BC49ED1CA46}" type="sibTrans" cxnId="{055A56F0-0DD9-437A-9DFC-6100048FCC7F}">
      <dgm:prSet/>
      <dgm:spPr/>
      <dgm:t>
        <a:bodyPr/>
        <a:lstStyle/>
        <a:p>
          <a:endParaRPr lang="en-GB"/>
        </a:p>
      </dgm:t>
    </dgm:pt>
    <dgm:pt modelId="{903E201E-3861-4AAC-ABF6-1A3831F1C0D3}">
      <dgm:prSet phldrT="[Text]" phldr="0"/>
      <dgm:spPr/>
      <dgm:t>
        <a:bodyPr/>
        <a:lstStyle/>
        <a:p>
          <a:r>
            <a:rPr lang="es-ES" noProof="1"/>
            <a:t>Hacer todo desde cero (reinventar la rueda).</a:t>
          </a:r>
        </a:p>
      </dgm:t>
    </dgm:pt>
    <dgm:pt modelId="{B052EC82-3F39-48B0-87B0-114EC2443149}" type="parTrans" cxnId="{7DB80F1D-9C26-4E56-92D0-9911759E52EF}">
      <dgm:prSet/>
      <dgm:spPr/>
      <dgm:t>
        <a:bodyPr/>
        <a:lstStyle/>
        <a:p>
          <a:endParaRPr lang="en-GB"/>
        </a:p>
      </dgm:t>
    </dgm:pt>
    <dgm:pt modelId="{BBCB5F3F-9294-4955-AC49-DB50DD02325E}" type="sibTrans" cxnId="{7DB80F1D-9C26-4E56-92D0-9911759E52EF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6EFB93-97BC-49C4-BDF2-98CFDB6B0A75}" type="pres">
      <dgm:prSet presAssocID="{E50859AA-9BD3-42D2-947F-048133AAFB4B}" presName="root" presStyleCnt="0"/>
      <dgm:spPr/>
    </dgm:pt>
    <dgm:pt modelId="{908876AF-1EA6-4C52-83D5-8AE6B07C1800}" type="pres">
      <dgm:prSet presAssocID="{E50859AA-9BD3-42D2-947F-048133AAFB4B}" presName="rootComposite" presStyleCnt="0"/>
      <dgm:spPr/>
    </dgm:pt>
    <dgm:pt modelId="{04EC10E9-ED64-4605-B32B-40CB098B08FD}" type="pres">
      <dgm:prSet presAssocID="{E50859AA-9BD3-42D2-947F-048133AAFB4B}" presName="rootText" presStyleLbl="node1" presStyleIdx="0" presStyleCnt="3"/>
      <dgm:spPr/>
    </dgm:pt>
    <dgm:pt modelId="{00DE4E6C-C2EA-41CC-9B9C-BF3015862EAB}" type="pres">
      <dgm:prSet presAssocID="{E50859AA-9BD3-42D2-947F-048133AAFB4B}" presName="rootConnector" presStyleLbl="node1" presStyleIdx="0" presStyleCnt="3"/>
      <dgm:spPr/>
    </dgm:pt>
    <dgm:pt modelId="{1A0C345F-98BC-4CA3-BE87-F766D4A9D689}" type="pres">
      <dgm:prSet presAssocID="{E50859AA-9BD3-42D2-947F-048133AAFB4B}" presName="childShape" presStyleCnt="0"/>
      <dgm:spPr/>
    </dgm:pt>
    <dgm:pt modelId="{EEAE5CDF-7EBE-45A6-97FE-7A97D076C9DA}" type="pres">
      <dgm:prSet presAssocID="{872B8409-EBDB-4CD4-9DF2-4AF6E5BF3792}" presName="root" presStyleCnt="0"/>
      <dgm:spPr/>
    </dgm:pt>
    <dgm:pt modelId="{528120DE-7FBC-4208-B389-2737372CDDC3}" type="pres">
      <dgm:prSet presAssocID="{872B8409-EBDB-4CD4-9DF2-4AF6E5BF3792}" presName="rootComposite" presStyleCnt="0"/>
      <dgm:spPr/>
    </dgm:pt>
    <dgm:pt modelId="{ACA8232E-E3CA-4546-A3EC-AC684A99C319}" type="pres">
      <dgm:prSet presAssocID="{872B8409-EBDB-4CD4-9DF2-4AF6E5BF3792}" presName="rootText" presStyleLbl="node1" presStyleIdx="1" presStyleCnt="3"/>
      <dgm:spPr/>
    </dgm:pt>
    <dgm:pt modelId="{9A9E45D5-2319-4A53-91F4-DECAA091046B}" type="pres">
      <dgm:prSet presAssocID="{872B8409-EBDB-4CD4-9DF2-4AF6E5BF3792}" presName="rootConnector" presStyleLbl="node1" presStyleIdx="1" presStyleCnt="3"/>
      <dgm:spPr/>
    </dgm:pt>
    <dgm:pt modelId="{C725D4A3-73B5-4329-9CB2-9D841F82F1EF}" type="pres">
      <dgm:prSet presAssocID="{872B8409-EBDB-4CD4-9DF2-4AF6E5BF3792}" presName="childShape" presStyleCnt="0"/>
      <dgm:spPr/>
    </dgm:pt>
    <dgm:pt modelId="{57B7F1BC-5744-4DC0-89AC-B053AAD2619A}" type="pres">
      <dgm:prSet presAssocID="{4AF30B97-C7A8-4EE1-84F7-C49EA52BC425}" presName="Name13" presStyleLbl="parChTrans1D2" presStyleIdx="0" presStyleCnt="4"/>
      <dgm:spPr/>
    </dgm:pt>
    <dgm:pt modelId="{F2755110-8CD6-44C7-B4EA-5D7675A39060}" type="pres">
      <dgm:prSet presAssocID="{779B3B7C-FB35-4D90-9792-F221F6D04138}" presName="childText" presStyleLbl="bgAcc1" presStyleIdx="0" presStyleCnt="4">
        <dgm:presLayoutVars>
          <dgm:bulletEnabled val="1"/>
        </dgm:presLayoutVars>
      </dgm:prSet>
      <dgm:spPr/>
    </dgm:pt>
    <dgm:pt modelId="{3696EBFB-0009-45E8-A858-7F0BFBBD9FDA}" type="pres">
      <dgm:prSet presAssocID="{DEF41CBE-BBDD-4022-A829-069377E65200}" presName="Name13" presStyleLbl="parChTrans1D2" presStyleIdx="1" presStyleCnt="4"/>
      <dgm:spPr/>
    </dgm:pt>
    <dgm:pt modelId="{BACD96CE-5737-49F1-AB5A-63714D52E89F}" type="pres">
      <dgm:prSet presAssocID="{8B9DA154-4951-4953-99B6-0E14433E9954}" presName="childText" presStyleLbl="bgAcc1" presStyleIdx="1" presStyleCnt="4">
        <dgm:presLayoutVars>
          <dgm:bulletEnabled val="1"/>
        </dgm:presLayoutVars>
      </dgm:prSet>
      <dgm:spPr/>
    </dgm:pt>
    <dgm:pt modelId="{74C0A5C2-3963-4303-948C-1F8A9E5A3B36}" type="pres">
      <dgm:prSet presAssocID="{37188104-CDBB-44C6-A098-559BDB443BA6}" presName="Name13" presStyleLbl="parChTrans1D2" presStyleIdx="2" presStyleCnt="4"/>
      <dgm:spPr/>
    </dgm:pt>
    <dgm:pt modelId="{DBBE7292-16A2-42A4-A9D8-2C8AF9D89872}" type="pres">
      <dgm:prSet presAssocID="{3BAF1223-B238-409E-B269-9B54AF5398EA}" presName="childText" presStyleLbl="bgAcc1" presStyleIdx="2" presStyleCnt="4">
        <dgm:presLayoutVars>
          <dgm:bulletEnabled val="1"/>
        </dgm:presLayoutVars>
      </dgm:prSet>
      <dgm:spPr/>
    </dgm:pt>
    <dgm:pt modelId="{1CA831C2-835D-484A-9D29-E5C71F76A1A0}" type="pres">
      <dgm:prSet presAssocID="{EEB80FD0-67E4-48F6-BA47-0AB3B7DD7157}" presName="root" presStyleCnt="0"/>
      <dgm:spPr/>
    </dgm:pt>
    <dgm:pt modelId="{ED9B6CC2-E461-4ECF-8CEB-1D57A2271610}" type="pres">
      <dgm:prSet presAssocID="{EEB80FD0-67E4-48F6-BA47-0AB3B7DD7157}" presName="rootComposite" presStyleCnt="0"/>
      <dgm:spPr/>
    </dgm:pt>
    <dgm:pt modelId="{DCCEB5BA-00FF-48EE-A55B-2E9B1654BC89}" type="pres">
      <dgm:prSet presAssocID="{EEB80FD0-67E4-48F6-BA47-0AB3B7DD7157}" presName="rootText" presStyleLbl="node1" presStyleIdx="2" presStyleCnt="3"/>
      <dgm:spPr/>
    </dgm:pt>
    <dgm:pt modelId="{E0461933-A728-4218-A9B6-6C14C8C7E992}" type="pres">
      <dgm:prSet presAssocID="{EEB80FD0-67E4-48F6-BA47-0AB3B7DD7157}" presName="rootConnector" presStyleLbl="node1" presStyleIdx="2" presStyleCnt="3"/>
      <dgm:spPr/>
    </dgm:pt>
    <dgm:pt modelId="{17E6AF83-F49A-4DA7-B112-C1196591B6F6}" type="pres">
      <dgm:prSet presAssocID="{EEB80FD0-67E4-48F6-BA47-0AB3B7DD7157}" presName="childShape" presStyleCnt="0"/>
      <dgm:spPr/>
    </dgm:pt>
    <dgm:pt modelId="{D4D1CF68-AE2C-4B1C-B65F-BDF17022CC3D}" type="pres">
      <dgm:prSet presAssocID="{B052EC82-3F39-48B0-87B0-114EC2443149}" presName="Name13" presStyleLbl="parChTrans1D2" presStyleIdx="3" presStyleCnt="4"/>
      <dgm:spPr/>
    </dgm:pt>
    <dgm:pt modelId="{7AF45095-A95A-415B-BAA7-4E33ABB224D2}" type="pres">
      <dgm:prSet presAssocID="{903E201E-3861-4AAC-ABF6-1A3831F1C0D3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31E93A09-450F-4863-9352-B58523D5828E}" type="presOf" srcId="{872B8409-EBDB-4CD4-9DF2-4AF6E5BF3792}" destId="{ACA8232E-E3CA-4546-A3EC-AC684A99C319}" srcOrd="0" destOrd="0" presId="urn:microsoft.com/office/officeart/2005/8/layout/hierarchy3"/>
    <dgm:cxn modelId="{46A21B0E-7B02-40AB-B279-B86F24418790}" type="presOf" srcId="{903E201E-3861-4AAC-ABF6-1A3831F1C0D3}" destId="{7AF45095-A95A-415B-BAA7-4E33ABB224D2}" srcOrd="0" destOrd="0" presId="urn:microsoft.com/office/officeart/2005/8/layout/hierarchy3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7DB80F1D-9C26-4E56-92D0-9911759E52EF}" srcId="{EEB80FD0-67E4-48F6-BA47-0AB3B7DD7157}" destId="{903E201E-3861-4AAC-ABF6-1A3831F1C0D3}" srcOrd="0" destOrd="0" parTransId="{B052EC82-3F39-48B0-87B0-114EC2443149}" sibTransId="{BBCB5F3F-9294-4955-AC49-DB50DD02325E}"/>
    <dgm:cxn modelId="{88D14A2A-62C2-460E-8CA6-916194B4D688}" type="presOf" srcId="{872B8409-EBDB-4CD4-9DF2-4AF6E5BF3792}" destId="{9A9E45D5-2319-4A53-91F4-DECAA091046B}" srcOrd="1" destOrd="0" presId="urn:microsoft.com/office/officeart/2005/8/layout/hierarchy3"/>
    <dgm:cxn modelId="{A31D1431-310D-454D-9EEB-BDB3897F25C3}" type="presOf" srcId="{E50859AA-9BD3-42D2-947F-048133AAFB4B}" destId="{00DE4E6C-C2EA-41CC-9B9C-BF3015862EAB}" srcOrd="1" destOrd="0" presId="urn:microsoft.com/office/officeart/2005/8/layout/hierarchy3"/>
    <dgm:cxn modelId="{4FEC7333-3BEE-42C5-8E1C-C4CD9568C4F3}" type="presOf" srcId="{EEB80FD0-67E4-48F6-BA47-0AB3B7DD7157}" destId="{DCCEB5BA-00FF-48EE-A55B-2E9B1654BC89}" srcOrd="0" destOrd="0" presId="urn:microsoft.com/office/officeart/2005/8/layout/hierarchy3"/>
    <dgm:cxn modelId="{F34D0937-286A-426F-BEFA-BD5C1888ABEA}" type="presOf" srcId="{DEF41CBE-BBDD-4022-A829-069377E65200}" destId="{3696EBFB-0009-45E8-A858-7F0BFBBD9FDA}" srcOrd="0" destOrd="0" presId="urn:microsoft.com/office/officeart/2005/8/layout/hierarchy3"/>
    <dgm:cxn modelId="{4DCE9242-9910-4000-879E-E3DAEEB57A71}" srcId="{BDB7CC9A-3BD2-4AAD-A511-80954914245A}" destId="{EEB80FD0-67E4-48F6-BA47-0AB3B7DD7157}" srcOrd="2" destOrd="0" parTransId="{0810C31B-4531-4F07-B543-6CB06CBFF6E3}" sibTransId="{9713B240-BB86-4A1F-93CB-47F3BD24CEE5}"/>
    <dgm:cxn modelId="{74082443-A0AD-4DAF-8E7E-0F57ADCB79BC}" srcId="{872B8409-EBDB-4CD4-9DF2-4AF6E5BF3792}" destId="{8B9DA154-4951-4953-99B6-0E14433E9954}" srcOrd="1" destOrd="0" parTransId="{DEF41CBE-BBDD-4022-A829-069377E65200}" sibTransId="{0DEA8F95-379E-4575-9806-BF4486AECBF3}"/>
    <dgm:cxn modelId="{79AF0244-ED8B-4D9D-83F3-3069BDE144AA}" type="presOf" srcId="{3BAF1223-B238-409E-B269-9B54AF5398EA}" destId="{DBBE7292-16A2-42A4-A9D8-2C8AF9D89872}" srcOrd="0" destOrd="0" presId="urn:microsoft.com/office/officeart/2005/8/layout/hierarchy3"/>
    <dgm:cxn modelId="{CAB7A850-56BB-45A5-821C-78BB35E5A0C1}" type="presOf" srcId="{779B3B7C-FB35-4D90-9792-F221F6D04138}" destId="{F2755110-8CD6-44C7-B4EA-5D7675A39060}" srcOrd="0" destOrd="0" presId="urn:microsoft.com/office/officeart/2005/8/layout/hierarchy3"/>
    <dgm:cxn modelId="{E7400978-D6CE-42F7-9CBD-BEDDDF53B1CC}" type="presOf" srcId="{4AF30B97-C7A8-4EE1-84F7-C49EA52BC425}" destId="{57B7F1BC-5744-4DC0-89AC-B053AAD2619A}" srcOrd="0" destOrd="0" presId="urn:microsoft.com/office/officeart/2005/8/layout/hierarchy3"/>
    <dgm:cxn modelId="{DE05D67A-988C-48B9-BB87-9057E4277736}" type="presOf" srcId="{EEB80FD0-67E4-48F6-BA47-0AB3B7DD7157}" destId="{E0461933-A728-4218-A9B6-6C14C8C7E992}" srcOrd="1" destOrd="0" presId="urn:microsoft.com/office/officeart/2005/8/layout/hierarchy3"/>
    <dgm:cxn modelId="{FC65F75A-4336-4354-AA8D-6A75A900ADF1}" type="presOf" srcId="{B052EC82-3F39-48B0-87B0-114EC2443149}" destId="{D4D1CF68-AE2C-4B1C-B65F-BDF17022CC3D}" srcOrd="0" destOrd="0" presId="urn:microsoft.com/office/officeart/2005/8/layout/hierarchy3"/>
    <dgm:cxn modelId="{0DCA9A7B-4FC2-443F-A677-ED3B999E58E8}" type="presOf" srcId="{37188104-CDBB-44C6-A098-559BDB443BA6}" destId="{74C0A5C2-3963-4303-948C-1F8A9E5A3B36}" srcOrd="0" destOrd="0" presId="urn:microsoft.com/office/officeart/2005/8/layout/hierarchy3"/>
    <dgm:cxn modelId="{0702A199-8F0B-4496-BDA8-FE17EEAC33B0}" srcId="{872B8409-EBDB-4CD4-9DF2-4AF6E5BF3792}" destId="{779B3B7C-FB35-4D90-9792-F221F6D04138}" srcOrd="0" destOrd="0" parTransId="{4AF30B97-C7A8-4EE1-84F7-C49EA52BC425}" sibTransId="{83A667B0-9958-4768-8F32-8D8827E9FD1E}"/>
    <dgm:cxn modelId="{C0CED7A5-5600-4E30-8730-821D16E1888F}" srcId="{BDB7CC9A-3BD2-4AAD-A511-80954914245A}" destId="{872B8409-EBDB-4CD4-9DF2-4AF6E5BF3792}" srcOrd="1" destOrd="0" parTransId="{BAD6C1E7-C825-4A7C-8573-7A48299A2C19}" sibTransId="{E4ECF2E0-89E1-41D3-83CA-BE44FB35AC71}"/>
    <dgm:cxn modelId="{BD1E0ABD-179C-4E2E-A250-CC0A40F7FD42}" type="presOf" srcId="{E50859AA-9BD3-42D2-947F-048133AAFB4B}" destId="{04EC10E9-ED64-4605-B32B-40CB098B08FD}" srcOrd="0" destOrd="0" presId="urn:microsoft.com/office/officeart/2005/8/layout/hierarchy3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C8DF86E5-6680-4162-A611-D378ADCFADB1}" type="presOf" srcId="{8B9DA154-4951-4953-99B6-0E14433E9954}" destId="{BACD96CE-5737-49F1-AB5A-63714D52E89F}" srcOrd="0" destOrd="0" presId="urn:microsoft.com/office/officeart/2005/8/layout/hierarchy3"/>
    <dgm:cxn modelId="{055A56F0-0DD9-437A-9DFC-6100048FCC7F}" srcId="{872B8409-EBDB-4CD4-9DF2-4AF6E5BF3792}" destId="{3BAF1223-B238-409E-B269-9B54AF5398EA}" srcOrd="2" destOrd="0" parTransId="{37188104-CDBB-44C6-A098-559BDB443BA6}" sibTransId="{EA736D96-03E1-41D1-BE6E-6BC49ED1CA46}"/>
    <dgm:cxn modelId="{D4B63E29-B1D2-4A61-9EBE-9F14CCBE1AEE}" type="presParOf" srcId="{CD6F6516-51A2-44CF-8A59-7356DB327826}" destId="{B96EFB93-97BC-49C4-BDF2-98CFDB6B0A75}" srcOrd="0" destOrd="0" presId="urn:microsoft.com/office/officeart/2005/8/layout/hierarchy3"/>
    <dgm:cxn modelId="{D9371F3E-3245-41CA-8D82-7E8223B8407D}" type="presParOf" srcId="{B96EFB93-97BC-49C4-BDF2-98CFDB6B0A75}" destId="{908876AF-1EA6-4C52-83D5-8AE6B07C1800}" srcOrd="0" destOrd="0" presId="urn:microsoft.com/office/officeart/2005/8/layout/hierarchy3"/>
    <dgm:cxn modelId="{E0A7DE99-6F25-464E-ABAA-DAF0C12235E7}" type="presParOf" srcId="{908876AF-1EA6-4C52-83D5-8AE6B07C1800}" destId="{04EC10E9-ED64-4605-B32B-40CB098B08FD}" srcOrd="0" destOrd="0" presId="urn:microsoft.com/office/officeart/2005/8/layout/hierarchy3"/>
    <dgm:cxn modelId="{C007E06E-7266-4020-9914-0CEAAD3CA2FD}" type="presParOf" srcId="{908876AF-1EA6-4C52-83D5-8AE6B07C1800}" destId="{00DE4E6C-C2EA-41CC-9B9C-BF3015862EAB}" srcOrd="1" destOrd="0" presId="urn:microsoft.com/office/officeart/2005/8/layout/hierarchy3"/>
    <dgm:cxn modelId="{FA8899C3-33CC-4839-BDB7-8443BDF581D3}" type="presParOf" srcId="{B96EFB93-97BC-49C4-BDF2-98CFDB6B0A75}" destId="{1A0C345F-98BC-4CA3-BE87-F766D4A9D689}" srcOrd="1" destOrd="0" presId="urn:microsoft.com/office/officeart/2005/8/layout/hierarchy3"/>
    <dgm:cxn modelId="{0C380021-6C78-44E1-B45B-5AD90D0CDDD9}" type="presParOf" srcId="{CD6F6516-51A2-44CF-8A59-7356DB327826}" destId="{EEAE5CDF-7EBE-45A6-97FE-7A97D076C9DA}" srcOrd="1" destOrd="0" presId="urn:microsoft.com/office/officeart/2005/8/layout/hierarchy3"/>
    <dgm:cxn modelId="{5E2E3B23-BD1D-4730-90FF-67E66C13B3A3}" type="presParOf" srcId="{EEAE5CDF-7EBE-45A6-97FE-7A97D076C9DA}" destId="{528120DE-7FBC-4208-B389-2737372CDDC3}" srcOrd="0" destOrd="0" presId="urn:microsoft.com/office/officeart/2005/8/layout/hierarchy3"/>
    <dgm:cxn modelId="{FD1C5772-63DC-43B4-BC51-478065A4FB31}" type="presParOf" srcId="{528120DE-7FBC-4208-B389-2737372CDDC3}" destId="{ACA8232E-E3CA-4546-A3EC-AC684A99C319}" srcOrd="0" destOrd="0" presId="urn:microsoft.com/office/officeart/2005/8/layout/hierarchy3"/>
    <dgm:cxn modelId="{62F16442-2E2F-4018-901B-815F744212AA}" type="presParOf" srcId="{528120DE-7FBC-4208-B389-2737372CDDC3}" destId="{9A9E45D5-2319-4A53-91F4-DECAA091046B}" srcOrd="1" destOrd="0" presId="urn:microsoft.com/office/officeart/2005/8/layout/hierarchy3"/>
    <dgm:cxn modelId="{64052B1D-34F7-4747-A505-42ECF05DE667}" type="presParOf" srcId="{EEAE5CDF-7EBE-45A6-97FE-7A97D076C9DA}" destId="{C725D4A3-73B5-4329-9CB2-9D841F82F1EF}" srcOrd="1" destOrd="0" presId="urn:microsoft.com/office/officeart/2005/8/layout/hierarchy3"/>
    <dgm:cxn modelId="{35859590-B198-4A38-A206-C1159D43B0D9}" type="presParOf" srcId="{C725D4A3-73B5-4329-9CB2-9D841F82F1EF}" destId="{57B7F1BC-5744-4DC0-89AC-B053AAD2619A}" srcOrd="0" destOrd="0" presId="urn:microsoft.com/office/officeart/2005/8/layout/hierarchy3"/>
    <dgm:cxn modelId="{DA031F08-08BF-40F7-8316-187EC9D16669}" type="presParOf" srcId="{C725D4A3-73B5-4329-9CB2-9D841F82F1EF}" destId="{F2755110-8CD6-44C7-B4EA-5D7675A39060}" srcOrd="1" destOrd="0" presId="urn:microsoft.com/office/officeart/2005/8/layout/hierarchy3"/>
    <dgm:cxn modelId="{0D28A35A-BCBB-401D-81D4-12E2306258B8}" type="presParOf" srcId="{C725D4A3-73B5-4329-9CB2-9D841F82F1EF}" destId="{3696EBFB-0009-45E8-A858-7F0BFBBD9FDA}" srcOrd="2" destOrd="0" presId="urn:microsoft.com/office/officeart/2005/8/layout/hierarchy3"/>
    <dgm:cxn modelId="{CB702084-5A1E-441E-A05F-58DCE42D21E1}" type="presParOf" srcId="{C725D4A3-73B5-4329-9CB2-9D841F82F1EF}" destId="{BACD96CE-5737-49F1-AB5A-63714D52E89F}" srcOrd="3" destOrd="0" presId="urn:microsoft.com/office/officeart/2005/8/layout/hierarchy3"/>
    <dgm:cxn modelId="{11AE6A01-1063-4488-8E41-B198ECDDC6CA}" type="presParOf" srcId="{C725D4A3-73B5-4329-9CB2-9D841F82F1EF}" destId="{74C0A5C2-3963-4303-948C-1F8A9E5A3B36}" srcOrd="4" destOrd="0" presId="urn:microsoft.com/office/officeart/2005/8/layout/hierarchy3"/>
    <dgm:cxn modelId="{2C2DDAAD-66F3-4CD0-B40A-C54BF8CAB7DF}" type="presParOf" srcId="{C725D4A3-73B5-4329-9CB2-9D841F82F1EF}" destId="{DBBE7292-16A2-42A4-A9D8-2C8AF9D89872}" srcOrd="5" destOrd="0" presId="urn:microsoft.com/office/officeart/2005/8/layout/hierarchy3"/>
    <dgm:cxn modelId="{15880209-2153-43BF-88E8-1681FFF8451E}" type="presParOf" srcId="{CD6F6516-51A2-44CF-8A59-7356DB327826}" destId="{1CA831C2-835D-484A-9D29-E5C71F76A1A0}" srcOrd="2" destOrd="0" presId="urn:microsoft.com/office/officeart/2005/8/layout/hierarchy3"/>
    <dgm:cxn modelId="{E222FBD6-7E81-444D-B28E-07DAFC381748}" type="presParOf" srcId="{1CA831C2-835D-484A-9D29-E5C71F76A1A0}" destId="{ED9B6CC2-E461-4ECF-8CEB-1D57A2271610}" srcOrd="0" destOrd="0" presId="urn:microsoft.com/office/officeart/2005/8/layout/hierarchy3"/>
    <dgm:cxn modelId="{F2836236-7B99-4679-B242-069E65E42477}" type="presParOf" srcId="{ED9B6CC2-E461-4ECF-8CEB-1D57A2271610}" destId="{DCCEB5BA-00FF-48EE-A55B-2E9B1654BC89}" srcOrd="0" destOrd="0" presId="urn:microsoft.com/office/officeart/2005/8/layout/hierarchy3"/>
    <dgm:cxn modelId="{F425DD20-DCFE-4602-A9BB-6BB57D14262C}" type="presParOf" srcId="{ED9B6CC2-E461-4ECF-8CEB-1D57A2271610}" destId="{E0461933-A728-4218-A9B6-6C14C8C7E992}" srcOrd="1" destOrd="0" presId="urn:microsoft.com/office/officeart/2005/8/layout/hierarchy3"/>
    <dgm:cxn modelId="{238639AA-BE60-4953-B8E4-6A6CB00B0095}" type="presParOf" srcId="{1CA831C2-835D-484A-9D29-E5C71F76A1A0}" destId="{17E6AF83-F49A-4DA7-B112-C1196591B6F6}" srcOrd="1" destOrd="0" presId="urn:microsoft.com/office/officeart/2005/8/layout/hierarchy3"/>
    <dgm:cxn modelId="{3CD00671-1B1E-4DDD-9488-E846CC1E363A}" type="presParOf" srcId="{17E6AF83-F49A-4DA7-B112-C1196591B6F6}" destId="{D4D1CF68-AE2C-4B1C-B65F-BDF17022CC3D}" srcOrd="0" destOrd="0" presId="urn:microsoft.com/office/officeart/2005/8/layout/hierarchy3"/>
    <dgm:cxn modelId="{4919144C-3110-462C-ACBF-031E745CA6B7}" type="presParOf" srcId="{17E6AF83-F49A-4DA7-B112-C1196591B6F6}" destId="{7AF45095-A95A-415B-BAA7-4E33ABB224D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pPr>
            <a:buNone/>
          </a:pPr>
          <a:r>
            <a:rPr lang="es-ES" noProof="1"/>
            <a:t>Framework que agiliza la creación de las experiencias digitales.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  <dgm:t>
        <a:bodyPr/>
        <a:lstStyle/>
        <a:p>
          <a:endParaRPr lang="en-GB"/>
        </a:p>
      </dgm:t>
    </dgm:pt>
    <dgm:pt modelId="{CC27E572-9CA1-4E36-94B5-D605C6A8FFB4}">
      <dgm:prSet phldrT="[Text]" phldr="0"/>
      <dgm:spPr/>
      <dgm:t>
        <a:bodyPr/>
        <a:lstStyle/>
        <a:p>
          <a:pPr>
            <a:buNone/>
          </a:pPr>
          <a:r>
            <a:rPr lang="es-ES" noProof="1"/>
            <a:t>Datos usados.</a:t>
          </a:r>
        </a:p>
      </dgm:t>
    </dgm:pt>
    <dgm:pt modelId="{D9B1FA51-6DBA-45BD-A34F-7438C93963D2}" type="parTrans" cxnId="{E36826BB-4CCC-4010-AB13-D85EFFC51CE9}">
      <dgm:prSet/>
      <dgm:spPr/>
      <dgm:t>
        <a:bodyPr/>
        <a:lstStyle/>
        <a:p>
          <a:endParaRPr lang="en-GB"/>
        </a:p>
      </dgm:t>
    </dgm:pt>
    <dgm:pt modelId="{6ECCB52E-B35D-49E5-8982-AA3F00DF14AC}" type="sibTrans" cxnId="{E36826BB-4CCC-4010-AB13-D85EFFC51CE9}">
      <dgm:prSet/>
      <dgm:spPr/>
      <dgm:t>
        <a:bodyPr/>
        <a:lstStyle/>
        <a:p>
          <a:endParaRPr lang="en-GB"/>
        </a:p>
      </dgm:t>
    </dgm:pt>
    <dgm:pt modelId="{93520376-76F5-48D7-90FA-5BC68F9C3D23}">
      <dgm:prSet phldrT="[Text]" phldr="0"/>
      <dgm:spPr/>
      <dgm:t>
        <a:bodyPr/>
        <a:lstStyle/>
        <a:p>
          <a:pPr>
            <a:buNone/>
          </a:pPr>
          <a:r>
            <a:rPr lang="es-ES" noProof="1"/>
            <a:t>Gráficos.</a:t>
          </a:r>
        </a:p>
      </dgm:t>
    </dgm:pt>
    <dgm:pt modelId="{E5DF2E8F-9170-4863-9633-F05B89009C3E}" type="parTrans" cxnId="{DB029708-13C3-42A4-A95F-9A32E3885CEA}">
      <dgm:prSet/>
      <dgm:spPr/>
      <dgm:t>
        <a:bodyPr/>
        <a:lstStyle/>
        <a:p>
          <a:endParaRPr lang="en-GB"/>
        </a:p>
      </dgm:t>
    </dgm:pt>
    <dgm:pt modelId="{EC83E1D8-1DBE-426F-BAE5-5FC0E42D1E32}" type="sibTrans" cxnId="{DB029708-13C3-42A4-A95F-9A32E3885CEA}">
      <dgm:prSet/>
      <dgm:spPr/>
      <dgm:t>
        <a:bodyPr/>
        <a:lstStyle/>
        <a:p>
          <a:endParaRPr lang="en-GB"/>
        </a:p>
      </dgm:t>
    </dgm:pt>
    <dgm:pt modelId="{D7D46327-5114-4B19-8E23-242461553DD2}">
      <dgm:prSet phldrT="[Text]" phldr="0"/>
      <dgm:spPr/>
      <dgm:t>
        <a:bodyPr/>
        <a:lstStyle/>
        <a:p>
          <a:pPr>
            <a:buNone/>
          </a:pPr>
          <a:r>
            <a:rPr lang="es-ES" noProof="1"/>
            <a:t>Audio.</a:t>
          </a:r>
        </a:p>
      </dgm:t>
    </dgm:pt>
    <dgm:pt modelId="{2352411A-55D5-4475-A6D6-DC69EDDD8396}" type="parTrans" cxnId="{F1BC5F2D-46A4-42D9-882D-8101CA5E1E1A}">
      <dgm:prSet/>
      <dgm:spPr/>
      <dgm:t>
        <a:bodyPr/>
        <a:lstStyle/>
        <a:p>
          <a:endParaRPr lang="en-GB"/>
        </a:p>
      </dgm:t>
    </dgm:pt>
    <dgm:pt modelId="{066982FE-5289-4A0E-9DE6-CAF81166E299}" type="sibTrans" cxnId="{F1BC5F2D-46A4-42D9-882D-8101CA5E1E1A}">
      <dgm:prSet/>
      <dgm:spPr/>
      <dgm:t>
        <a:bodyPr/>
        <a:lstStyle/>
        <a:p>
          <a:endParaRPr lang="en-GB"/>
        </a:p>
      </dgm:t>
    </dgm:pt>
    <dgm:pt modelId="{1463D8F0-65C8-4EF3-A568-EB765CBF8300}">
      <dgm:prSet phldrT="[Text]" phldr="0"/>
      <dgm:spPr/>
      <dgm:t>
        <a:bodyPr/>
        <a:lstStyle/>
        <a:p>
          <a:pPr>
            <a:buNone/>
          </a:pPr>
          <a:r>
            <a:rPr lang="es-ES" noProof="1"/>
            <a:t>Lógica.</a:t>
          </a:r>
        </a:p>
      </dgm:t>
    </dgm:pt>
    <dgm:pt modelId="{BBDDE7B5-2BE9-494A-8E4A-E46BAE402576}" type="parTrans" cxnId="{5339E28D-83B7-4C4E-B477-00D8781C4C09}">
      <dgm:prSet/>
      <dgm:spPr/>
      <dgm:t>
        <a:bodyPr/>
        <a:lstStyle/>
        <a:p>
          <a:endParaRPr lang="en-GB"/>
        </a:p>
      </dgm:t>
    </dgm:pt>
    <dgm:pt modelId="{E3F83B70-D8A7-454C-AAC2-2114717ED31A}" type="sibTrans" cxnId="{5339E28D-83B7-4C4E-B477-00D8781C4C09}">
      <dgm:prSet/>
      <dgm:spPr/>
      <dgm:t>
        <a:bodyPr/>
        <a:lstStyle/>
        <a:p>
          <a:endParaRPr lang="en-GB"/>
        </a:p>
      </dgm:t>
    </dgm:pt>
    <dgm:pt modelId="{1C92E3E3-225D-45BD-B211-605F84446136}">
      <dgm:prSet phldrT="[Text]" phldr="0"/>
      <dgm:spPr/>
      <dgm:t>
        <a:bodyPr/>
        <a:lstStyle/>
        <a:p>
          <a:pPr>
            <a:buNone/>
          </a:pPr>
          <a:r>
            <a:rPr lang="es-ES" noProof="1"/>
            <a:t>Tipos de motores.</a:t>
          </a:r>
        </a:p>
      </dgm:t>
    </dgm:pt>
    <dgm:pt modelId="{E396F232-48B1-4678-B9D4-4C446C2B83F2}" type="parTrans" cxnId="{A3E36B9B-C476-4879-BF00-AE3705946D6E}">
      <dgm:prSet/>
      <dgm:spPr/>
      <dgm:t>
        <a:bodyPr/>
        <a:lstStyle/>
        <a:p>
          <a:endParaRPr lang="en-GB"/>
        </a:p>
      </dgm:t>
    </dgm:pt>
    <dgm:pt modelId="{B3672712-36BA-4BE4-8304-383111C1ADCD}" type="sibTrans" cxnId="{A3E36B9B-C476-4879-BF00-AE3705946D6E}">
      <dgm:prSet/>
      <dgm:spPr/>
      <dgm:t>
        <a:bodyPr/>
        <a:lstStyle/>
        <a:p>
          <a:endParaRPr lang="en-GB"/>
        </a:p>
      </dgm:t>
    </dgm:pt>
    <dgm:pt modelId="{828E1D8C-F097-4A70-A38E-0F8E8364A4B6}">
      <dgm:prSet phldrT="[Text]" phldr="0"/>
      <dgm:spPr/>
      <dgm:t>
        <a:bodyPr/>
        <a:lstStyle/>
        <a:p>
          <a:pPr>
            <a:buNone/>
          </a:pPr>
          <a:r>
            <a:rPr lang="es-ES" noProof="1"/>
            <a:t>Privados (empresa).</a:t>
          </a:r>
        </a:p>
      </dgm:t>
    </dgm:pt>
    <dgm:pt modelId="{415FC1CC-CE3D-40DB-B557-4FAF5C2AABBB}" type="parTrans" cxnId="{13FD6D2C-2242-498D-B527-C89B985AE65B}">
      <dgm:prSet/>
      <dgm:spPr/>
      <dgm:t>
        <a:bodyPr/>
        <a:lstStyle/>
        <a:p>
          <a:endParaRPr lang="en-GB"/>
        </a:p>
      </dgm:t>
    </dgm:pt>
    <dgm:pt modelId="{5C6FF2CB-AA0A-4B13-9324-14DC8FCB2F68}" type="sibTrans" cxnId="{13FD6D2C-2242-498D-B527-C89B985AE65B}">
      <dgm:prSet/>
      <dgm:spPr/>
      <dgm:t>
        <a:bodyPr/>
        <a:lstStyle/>
        <a:p>
          <a:endParaRPr lang="en-GB"/>
        </a:p>
      </dgm:t>
    </dgm:pt>
    <dgm:pt modelId="{C19A29C8-669A-4B44-92A3-EB4C9FDADC2C}">
      <dgm:prSet phldrT="[Text]" phldr="0"/>
      <dgm:spPr/>
      <dgm:t>
        <a:bodyPr/>
        <a:lstStyle/>
        <a:p>
          <a:pPr>
            <a:buNone/>
          </a:pPr>
          <a:r>
            <a:rPr lang="es-ES" noProof="1"/>
            <a:t>Personales.</a:t>
          </a:r>
        </a:p>
      </dgm:t>
    </dgm:pt>
    <dgm:pt modelId="{6B41558F-8409-419F-AE03-3B754343AA4F}" type="parTrans" cxnId="{0AEEDB07-7B9E-44A7-A03D-96B426B6DF61}">
      <dgm:prSet/>
      <dgm:spPr/>
      <dgm:t>
        <a:bodyPr/>
        <a:lstStyle/>
        <a:p>
          <a:endParaRPr lang="en-GB"/>
        </a:p>
      </dgm:t>
    </dgm:pt>
    <dgm:pt modelId="{64F51873-3E32-4343-BFDA-7A7D9BC0C5B6}" type="sibTrans" cxnId="{0AEEDB07-7B9E-44A7-A03D-96B426B6DF61}">
      <dgm:prSet/>
      <dgm:spPr/>
      <dgm:t>
        <a:bodyPr/>
        <a:lstStyle/>
        <a:p>
          <a:endParaRPr lang="en-GB"/>
        </a:p>
      </dgm:t>
    </dgm:pt>
    <dgm:pt modelId="{3CFE2E4B-5811-46A4-BF11-94D820A6FF5D}">
      <dgm:prSet phldrT="[Text]" phldr="0"/>
      <dgm:spPr/>
      <dgm:t>
        <a:bodyPr/>
        <a:lstStyle/>
        <a:p>
          <a:pPr>
            <a:buNone/>
          </a:pPr>
          <a:r>
            <a:rPr lang="es-ES" noProof="1"/>
            <a:t>Públicos.</a:t>
          </a:r>
        </a:p>
      </dgm:t>
    </dgm:pt>
    <dgm:pt modelId="{0DF903C4-3996-46CC-BDF3-FEED1FBBDEE7}" type="parTrans" cxnId="{6A7C64C4-A6EF-49FE-B723-3EC89BB9D81B}">
      <dgm:prSet/>
      <dgm:spPr/>
      <dgm:t>
        <a:bodyPr/>
        <a:lstStyle/>
        <a:p>
          <a:endParaRPr lang="en-GB"/>
        </a:p>
      </dgm:t>
    </dgm:pt>
    <dgm:pt modelId="{4F79865A-536D-4075-8900-88E133745837}" type="sibTrans" cxnId="{6A7C64C4-A6EF-49FE-B723-3EC89BB9D81B}">
      <dgm:prSet/>
      <dgm:spPr/>
      <dgm:t>
        <a:bodyPr/>
        <a:lstStyle/>
        <a:p>
          <a:endParaRPr lang="en-GB"/>
        </a:p>
      </dgm:t>
    </dgm:pt>
    <dgm:pt modelId="{158DEAB8-EE4A-4FC6-BA4E-6391190D3A73}">
      <dgm:prSet phldrT="[Text]" phldr="0"/>
      <dgm:spPr/>
      <dgm:t>
        <a:bodyPr/>
        <a:lstStyle/>
        <a:p>
          <a:pPr>
            <a:buNone/>
          </a:pPr>
          <a:r>
            <a:rPr lang="es-ES" noProof="1"/>
            <a:t>Especialización del motor.</a:t>
          </a:r>
        </a:p>
      </dgm:t>
    </dgm:pt>
    <dgm:pt modelId="{A43418BC-957D-44CA-9BEE-A6D03C124B2B}" type="parTrans" cxnId="{7B4E98B7-19C9-46CA-9877-EFCD9306BEC6}">
      <dgm:prSet/>
      <dgm:spPr/>
      <dgm:t>
        <a:bodyPr/>
        <a:lstStyle/>
        <a:p>
          <a:endParaRPr lang="en-GB"/>
        </a:p>
      </dgm:t>
    </dgm:pt>
    <dgm:pt modelId="{0657E720-B656-477B-941D-D80622D2B507}" type="sibTrans" cxnId="{7B4E98B7-19C9-46CA-9877-EFCD9306BEC6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6EFB93-97BC-49C4-BDF2-98CFDB6B0A75}" type="pres">
      <dgm:prSet presAssocID="{E50859AA-9BD3-42D2-947F-048133AAFB4B}" presName="root" presStyleCnt="0"/>
      <dgm:spPr/>
    </dgm:pt>
    <dgm:pt modelId="{908876AF-1EA6-4C52-83D5-8AE6B07C1800}" type="pres">
      <dgm:prSet presAssocID="{E50859AA-9BD3-42D2-947F-048133AAFB4B}" presName="rootComposite" presStyleCnt="0"/>
      <dgm:spPr/>
    </dgm:pt>
    <dgm:pt modelId="{04EC10E9-ED64-4605-B32B-40CB098B08FD}" type="pres">
      <dgm:prSet presAssocID="{E50859AA-9BD3-42D2-947F-048133AAFB4B}" presName="rootText" presStyleLbl="node1" presStyleIdx="0" presStyleCnt="4"/>
      <dgm:spPr/>
    </dgm:pt>
    <dgm:pt modelId="{00DE4E6C-C2EA-41CC-9B9C-BF3015862EAB}" type="pres">
      <dgm:prSet presAssocID="{E50859AA-9BD3-42D2-947F-048133AAFB4B}" presName="rootConnector" presStyleLbl="node1" presStyleIdx="0" presStyleCnt="4"/>
      <dgm:spPr/>
    </dgm:pt>
    <dgm:pt modelId="{1A0C345F-98BC-4CA3-BE87-F766D4A9D689}" type="pres">
      <dgm:prSet presAssocID="{E50859AA-9BD3-42D2-947F-048133AAFB4B}" presName="childShape" presStyleCnt="0"/>
      <dgm:spPr/>
    </dgm:pt>
    <dgm:pt modelId="{F028FA23-A506-431F-9805-170ADCEDD589}" type="pres">
      <dgm:prSet presAssocID="{CC27E572-9CA1-4E36-94B5-D605C6A8FFB4}" presName="root" presStyleCnt="0"/>
      <dgm:spPr/>
    </dgm:pt>
    <dgm:pt modelId="{467120CA-A53C-4D1E-BCFC-710D93D28B8C}" type="pres">
      <dgm:prSet presAssocID="{CC27E572-9CA1-4E36-94B5-D605C6A8FFB4}" presName="rootComposite" presStyleCnt="0"/>
      <dgm:spPr/>
    </dgm:pt>
    <dgm:pt modelId="{F80AE443-3039-4941-B4AC-9C6E84175035}" type="pres">
      <dgm:prSet presAssocID="{CC27E572-9CA1-4E36-94B5-D605C6A8FFB4}" presName="rootText" presStyleLbl="node1" presStyleIdx="1" presStyleCnt="4"/>
      <dgm:spPr/>
    </dgm:pt>
    <dgm:pt modelId="{54E3C178-56E0-4357-8377-B18EA9C8ED94}" type="pres">
      <dgm:prSet presAssocID="{CC27E572-9CA1-4E36-94B5-D605C6A8FFB4}" presName="rootConnector" presStyleLbl="node1" presStyleIdx="1" presStyleCnt="4"/>
      <dgm:spPr/>
    </dgm:pt>
    <dgm:pt modelId="{C0FA0197-06FD-4F58-9D8F-9723F00952F2}" type="pres">
      <dgm:prSet presAssocID="{CC27E572-9CA1-4E36-94B5-D605C6A8FFB4}" presName="childShape" presStyleCnt="0"/>
      <dgm:spPr/>
    </dgm:pt>
    <dgm:pt modelId="{7977BE07-2F79-4C71-9248-B6E09A5D926C}" type="pres">
      <dgm:prSet presAssocID="{E5DF2E8F-9170-4863-9633-F05B89009C3E}" presName="Name13" presStyleLbl="parChTrans1D2" presStyleIdx="0" presStyleCnt="6"/>
      <dgm:spPr/>
    </dgm:pt>
    <dgm:pt modelId="{B6595C61-53A6-499F-9C00-997BB6BEAF0D}" type="pres">
      <dgm:prSet presAssocID="{93520376-76F5-48D7-90FA-5BC68F9C3D23}" presName="childText" presStyleLbl="bgAcc1" presStyleIdx="0" presStyleCnt="6">
        <dgm:presLayoutVars>
          <dgm:bulletEnabled val="1"/>
        </dgm:presLayoutVars>
      </dgm:prSet>
      <dgm:spPr/>
    </dgm:pt>
    <dgm:pt modelId="{4CB3FAAE-1D2B-4821-B194-CE3DAA6C9106}" type="pres">
      <dgm:prSet presAssocID="{2352411A-55D5-4475-A6D6-DC69EDDD8396}" presName="Name13" presStyleLbl="parChTrans1D2" presStyleIdx="1" presStyleCnt="6"/>
      <dgm:spPr/>
    </dgm:pt>
    <dgm:pt modelId="{BCC0D5B5-DD34-4EDE-93F1-DDC53A970718}" type="pres">
      <dgm:prSet presAssocID="{D7D46327-5114-4B19-8E23-242461553DD2}" presName="childText" presStyleLbl="bgAcc1" presStyleIdx="1" presStyleCnt="6">
        <dgm:presLayoutVars>
          <dgm:bulletEnabled val="1"/>
        </dgm:presLayoutVars>
      </dgm:prSet>
      <dgm:spPr/>
    </dgm:pt>
    <dgm:pt modelId="{7A7263F1-80CF-46FF-9EB0-EC6396CE232F}" type="pres">
      <dgm:prSet presAssocID="{BBDDE7B5-2BE9-494A-8E4A-E46BAE402576}" presName="Name13" presStyleLbl="parChTrans1D2" presStyleIdx="2" presStyleCnt="6"/>
      <dgm:spPr/>
    </dgm:pt>
    <dgm:pt modelId="{71E90855-000E-4026-BBBB-58316A2A7822}" type="pres">
      <dgm:prSet presAssocID="{1463D8F0-65C8-4EF3-A568-EB765CBF8300}" presName="childText" presStyleLbl="bgAcc1" presStyleIdx="2" presStyleCnt="6">
        <dgm:presLayoutVars>
          <dgm:bulletEnabled val="1"/>
        </dgm:presLayoutVars>
      </dgm:prSet>
      <dgm:spPr/>
    </dgm:pt>
    <dgm:pt modelId="{52ECA4E9-C53E-4210-BF5A-8E6351568165}" type="pres">
      <dgm:prSet presAssocID="{158DEAB8-EE4A-4FC6-BA4E-6391190D3A73}" presName="root" presStyleCnt="0"/>
      <dgm:spPr/>
    </dgm:pt>
    <dgm:pt modelId="{6715B842-BE70-4270-83F0-74B750B71714}" type="pres">
      <dgm:prSet presAssocID="{158DEAB8-EE4A-4FC6-BA4E-6391190D3A73}" presName="rootComposite" presStyleCnt="0"/>
      <dgm:spPr/>
    </dgm:pt>
    <dgm:pt modelId="{EDD3FB3B-8251-411A-9306-DC2371A4BE0C}" type="pres">
      <dgm:prSet presAssocID="{158DEAB8-EE4A-4FC6-BA4E-6391190D3A73}" presName="rootText" presStyleLbl="node1" presStyleIdx="2" presStyleCnt="4"/>
      <dgm:spPr/>
    </dgm:pt>
    <dgm:pt modelId="{204120F7-B8CE-472A-A3F0-E3741EB72B37}" type="pres">
      <dgm:prSet presAssocID="{158DEAB8-EE4A-4FC6-BA4E-6391190D3A73}" presName="rootConnector" presStyleLbl="node1" presStyleIdx="2" presStyleCnt="4"/>
      <dgm:spPr/>
    </dgm:pt>
    <dgm:pt modelId="{FF2B6338-CDE3-4E7D-A7EF-3EC86C32FECF}" type="pres">
      <dgm:prSet presAssocID="{158DEAB8-EE4A-4FC6-BA4E-6391190D3A73}" presName="childShape" presStyleCnt="0"/>
      <dgm:spPr/>
    </dgm:pt>
    <dgm:pt modelId="{31916D42-DD94-4FFE-B7A9-CDDC9DF0750F}" type="pres">
      <dgm:prSet presAssocID="{1C92E3E3-225D-45BD-B211-605F84446136}" presName="root" presStyleCnt="0"/>
      <dgm:spPr/>
    </dgm:pt>
    <dgm:pt modelId="{E46D2CC2-7136-4C45-AB4A-91C12B72F0F4}" type="pres">
      <dgm:prSet presAssocID="{1C92E3E3-225D-45BD-B211-605F84446136}" presName="rootComposite" presStyleCnt="0"/>
      <dgm:spPr/>
    </dgm:pt>
    <dgm:pt modelId="{CBC7FC1A-D039-4A0E-8508-CEA87C7058A6}" type="pres">
      <dgm:prSet presAssocID="{1C92E3E3-225D-45BD-B211-605F84446136}" presName="rootText" presStyleLbl="node1" presStyleIdx="3" presStyleCnt="4"/>
      <dgm:spPr/>
    </dgm:pt>
    <dgm:pt modelId="{29F80A6E-9490-4354-B18E-61373CD21298}" type="pres">
      <dgm:prSet presAssocID="{1C92E3E3-225D-45BD-B211-605F84446136}" presName="rootConnector" presStyleLbl="node1" presStyleIdx="3" presStyleCnt="4"/>
      <dgm:spPr/>
    </dgm:pt>
    <dgm:pt modelId="{E2342D06-B30E-4450-BCF3-875F58B8F6FB}" type="pres">
      <dgm:prSet presAssocID="{1C92E3E3-225D-45BD-B211-605F84446136}" presName="childShape" presStyleCnt="0"/>
      <dgm:spPr/>
    </dgm:pt>
    <dgm:pt modelId="{18490156-86CC-4CDA-9A01-69019E739F95}" type="pres">
      <dgm:prSet presAssocID="{415FC1CC-CE3D-40DB-B557-4FAF5C2AABBB}" presName="Name13" presStyleLbl="parChTrans1D2" presStyleIdx="3" presStyleCnt="6"/>
      <dgm:spPr/>
    </dgm:pt>
    <dgm:pt modelId="{B12C8CD3-7AB6-499B-94AA-A310DB1C69B4}" type="pres">
      <dgm:prSet presAssocID="{828E1D8C-F097-4A70-A38E-0F8E8364A4B6}" presName="childText" presStyleLbl="bgAcc1" presStyleIdx="3" presStyleCnt="6">
        <dgm:presLayoutVars>
          <dgm:bulletEnabled val="1"/>
        </dgm:presLayoutVars>
      </dgm:prSet>
      <dgm:spPr/>
    </dgm:pt>
    <dgm:pt modelId="{268DBDAA-8071-4B2A-B494-2E0F14501DAD}" type="pres">
      <dgm:prSet presAssocID="{6B41558F-8409-419F-AE03-3B754343AA4F}" presName="Name13" presStyleLbl="parChTrans1D2" presStyleIdx="4" presStyleCnt="6"/>
      <dgm:spPr/>
    </dgm:pt>
    <dgm:pt modelId="{3AE3F6A2-8361-41F4-9B09-673570936911}" type="pres">
      <dgm:prSet presAssocID="{C19A29C8-669A-4B44-92A3-EB4C9FDADC2C}" presName="childText" presStyleLbl="bgAcc1" presStyleIdx="4" presStyleCnt="6">
        <dgm:presLayoutVars>
          <dgm:bulletEnabled val="1"/>
        </dgm:presLayoutVars>
      </dgm:prSet>
      <dgm:spPr/>
    </dgm:pt>
    <dgm:pt modelId="{DF75FBF7-561A-43BA-ABA7-FECC4BE5F9E3}" type="pres">
      <dgm:prSet presAssocID="{0DF903C4-3996-46CC-BDF3-FEED1FBBDEE7}" presName="Name13" presStyleLbl="parChTrans1D2" presStyleIdx="5" presStyleCnt="6"/>
      <dgm:spPr/>
    </dgm:pt>
    <dgm:pt modelId="{EBF18F57-E4BA-474F-9FA2-D557506303BE}" type="pres">
      <dgm:prSet presAssocID="{3CFE2E4B-5811-46A4-BF11-94D820A6FF5D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FBE04001-31FE-456C-96F7-CDCFF39E7F98}" type="presOf" srcId="{CC27E572-9CA1-4E36-94B5-D605C6A8FFB4}" destId="{54E3C178-56E0-4357-8377-B18EA9C8ED94}" srcOrd="1" destOrd="0" presId="urn:microsoft.com/office/officeart/2005/8/layout/hierarchy3"/>
    <dgm:cxn modelId="{E0349F02-2FF8-418F-AEB3-54C7EAB9E572}" type="presOf" srcId="{828E1D8C-F097-4A70-A38E-0F8E8364A4B6}" destId="{B12C8CD3-7AB6-499B-94AA-A310DB1C69B4}" srcOrd="0" destOrd="0" presId="urn:microsoft.com/office/officeart/2005/8/layout/hierarchy3"/>
    <dgm:cxn modelId="{BAE5F903-1BBC-4AE8-A7C4-5DA735B83DC8}" type="presOf" srcId="{CC27E572-9CA1-4E36-94B5-D605C6A8FFB4}" destId="{F80AE443-3039-4941-B4AC-9C6E84175035}" srcOrd="0" destOrd="0" presId="urn:microsoft.com/office/officeart/2005/8/layout/hierarchy3"/>
    <dgm:cxn modelId="{0AEEDB07-7B9E-44A7-A03D-96B426B6DF61}" srcId="{1C92E3E3-225D-45BD-B211-605F84446136}" destId="{C19A29C8-669A-4B44-92A3-EB4C9FDADC2C}" srcOrd="1" destOrd="0" parTransId="{6B41558F-8409-419F-AE03-3B754343AA4F}" sibTransId="{64F51873-3E32-4343-BFDA-7A7D9BC0C5B6}"/>
    <dgm:cxn modelId="{DB029708-13C3-42A4-A95F-9A32E3885CEA}" srcId="{CC27E572-9CA1-4E36-94B5-D605C6A8FFB4}" destId="{93520376-76F5-48D7-90FA-5BC68F9C3D23}" srcOrd="0" destOrd="0" parTransId="{E5DF2E8F-9170-4863-9633-F05B89009C3E}" sibTransId="{EC83E1D8-1DBE-426F-BAE5-5FC0E42D1E32}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795ED419-0958-4A27-976E-77F740DB9379}" type="presOf" srcId="{1C92E3E3-225D-45BD-B211-605F84446136}" destId="{29F80A6E-9490-4354-B18E-61373CD21298}" srcOrd="1" destOrd="0" presId="urn:microsoft.com/office/officeart/2005/8/layout/hierarchy3"/>
    <dgm:cxn modelId="{8D8C271C-30B7-4EBC-AD93-2ECABE988F68}" type="presOf" srcId="{1C92E3E3-225D-45BD-B211-605F84446136}" destId="{CBC7FC1A-D039-4A0E-8508-CEA87C7058A6}" srcOrd="0" destOrd="0" presId="urn:microsoft.com/office/officeart/2005/8/layout/hierarchy3"/>
    <dgm:cxn modelId="{16F61926-6319-4EFF-9046-3662C6CC7BAA}" type="presOf" srcId="{D7D46327-5114-4B19-8E23-242461553DD2}" destId="{BCC0D5B5-DD34-4EDE-93F1-DDC53A970718}" srcOrd="0" destOrd="0" presId="urn:microsoft.com/office/officeart/2005/8/layout/hierarchy3"/>
    <dgm:cxn modelId="{13FD6D2C-2242-498D-B527-C89B985AE65B}" srcId="{1C92E3E3-225D-45BD-B211-605F84446136}" destId="{828E1D8C-F097-4A70-A38E-0F8E8364A4B6}" srcOrd="0" destOrd="0" parTransId="{415FC1CC-CE3D-40DB-B557-4FAF5C2AABBB}" sibTransId="{5C6FF2CB-AA0A-4B13-9324-14DC8FCB2F68}"/>
    <dgm:cxn modelId="{F1BC5F2D-46A4-42D9-882D-8101CA5E1E1A}" srcId="{CC27E572-9CA1-4E36-94B5-D605C6A8FFB4}" destId="{D7D46327-5114-4B19-8E23-242461553DD2}" srcOrd="1" destOrd="0" parTransId="{2352411A-55D5-4475-A6D6-DC69EDDD8396}" sibTransId="{066982FE-5289-4A0E-9DE6-CAF81166E299}"/>
    <dgm:cxn modelId="{45D2E95F-51D0-48A6-99F4-D8FC5BA85959}" type="presOf" srcId="{6B41558F-8409-419F-AE03-3B754343AA4F}" destId="{268DBDAA-8071-4B2A-B494-2E0F14501DAD}" srcOrd="0" destOrd="0" presId="urn:microsoft.com/office/officeart/2005/8/layout/hierarchy3"/>
    <dgm:cxn modelId="{DF24D244-88C3-431D-B3FD-6D6A97A9E4D3}" type="presOf" srcId="{0DF903C4-3996-46CC-BDF3-FEED1FBBDEE7}" destId="{DF75FBF7-561A-43BA-ABA7-FECC4BE5F9E3}" srcOrd="0" destOrd="0" presId="urn:microsoft.com/office/officeart/2005/8/layout/hierarchy3"/>
    <dgm:cxn modelId="{4BD35874-C9A2-4B21-8266-5EBDA1E0DE19}" type="presOf" srcId="{3CFE2E4B-5811-46A4-BF11-94D820A6FF5D}" destId="{EBF18F57-E4BA-474F-9FA2-D557506303BE}" srcOrd="0" destOrd="0" presId="urn:microsoft.com/office/officeart/2005/8/layout/hierarchy3"/>
    <dgm:cxn modelId="{0B864658-8097-4188-A11C-0AF9B75836CA}" type="presOf" srcId="{93520376-76F5-48D7-90FA-5BC68F9C3D23}" destId="{B6595C61-53A6-499F-9C00-997BB6BEAF0D}" srcOrd="0" destOrd="0" presId="urn:microsoft.com/office/officeart/2005/8/layout/hierarchy3"/>
    <dgm:cxn modelId="{E824517C-386A-450A-91AD-66C0F3C84085}" type="presOf" srcId="{E50859AA-9BD3-42D2-947F-048133AAFB4B}" destId="{00DE4E6C-C2EA-41CC-9B9C-BF3015862EAB}" srcOrd="1" destOrd="0" presId="urn:microsoft.com/office/officeart/2005/8/layout/hierarchy3"/>
    <dgm:cxn modelId="{5339E28D-83B7-4C4E-B477-00D8781C4C09}" srcId="{CC27E572-9CA1-4E36-94B5-D605C6A8FFB4}" destId="{1463D8F0-65C8-4EF3-A568-EB765CBF8300}" srcOrd="2" destOrd="0" parTransId="{BBDDE7B5-2BE9-494A-8E4A-E46BAE402576}" sibTransId="{E3F83B70-D8A7-454C-AAC2-2114717ED31A}"/>
    <dgm:cxn modelId="{A3E36B9B-C476-4879-BF00-AE3705946D6E}" srcId="{BDB7CC9A-3BD2-4AAD-A511-80954914245A}" destId="{1C92E3E3-225D-45BD-B211-605F84446136}" srcOrd="3" destOrd="0" parTransId="{E396F232-48B1-4678-B9D4-4C446C2B83F2}" sibTransId="{B3672712-36BA-4BE4-8304-383111C1ADCD}"/>
    <dgm:cxn modelId="{A5DAA89D-5257-42DD-B129-ABDEE50C11AA}" type="presOf" srcId="{2352411A-55D5-4475-A6D6-DC69EDDD8396}" destId="{4CB3FAAE-1D2B-4821-B194-CE3DAA6C9106}" srcOrd="0" destOrd="0" presId="urn:microsoft.com/office/officeart/2005/8/layout/hierarchy3"/>
    <dgm:cxn modelId="{CCF2DFA5-44D8-4295-83F5-B70234D86470}" type="presOf" srcId="{158DEAB8-EE4A-4FC6-BA4E-6391190D3A73}" destId="{204120F7-B8CE-472A-A3F0-E3741EB72B37}" srcOrd="1" destOrd="0" presId="urn:microsoft.com/office/officeart/2005/8/layout/hierarchy3"/>
    <dgm:cxn modelId="{68DC03A8-7237-41EE-9486-82C017CFB600}" type="presOf" srcId="{BBDDE7B5-2BE9-494A-8E4A-E46BAE402576}" destId="{7A7263F1-80CF-46FF-9EB0-EC6396CE232F}" srcOrd="0" destOrd="0" presId="urn:microsoft.com/office/officeart/2005/8/layout/hierarchy3"/>
    <dgm:cxn modelId="{468578B1-F5B5-4A86-B22C-8E4500CB5B24}" type="presOf" srcId="{415FC1CC-CE3D-40DB-B557-4FAF5C2AABBB}" destId="{18490156-86CC-4CDA-9A01-69019E739F95}" srcOrd="0" destOrd="0" presId="urn:microsoft.com/office/officeart/2005/8/layout/hierarchy3"/>
    <dgm:cxn modelId="{7B4E98B7-19C9-46CA-9877-EFCD9306BEC6}" srcId="{BDB7CC9A-3BD2-4AAD-A511-80954914245A}" destId="{158DEAB8-EE4A-4FC6-BA4E-6391190D3A73}" srcOrd="2" destOrd="0" parTransId="{A43418BC-957D-44CA-9BEE-A6D03C124B2B}" sibTransId="{0657E720-B656-477B-941D-D80622D2B507}"/>
    <dgm:cxn modelId="{E36826BB-4CCC-4010-AB13-D85EFFC51CE9}" srcId="{BDB7CC9A-3BD2-4AAD-A511-80954914245A}" destId="{CC27E572-9CA1-4E36-94B5-D605C6A8FFB4}" srcOrd="1" destOrd="0" parTransId="{D9B1FA51-6DBA-45BD-A34F-7438C93963D2}" sibTransId="{6ECCB52E-B35D-49E5-8982-AA3F00DF14AC}"/>
    <dgm:cxn modelId="{36D04ABD-0030-435F-948B-8E82999601AC}" type="presOf" srcId="{158DEAB8-EE4A-4FC6-BA4E-6391190D3A73}" destId="{EDD3FB3B-8251-411A-9306-DC2371A4BE0C}" srcOrd="0" destOrd="0" presId="urn:microsoft.com/office/officeart/2005/8/layout/hierarchy3"/>
    <dgm:cxn modelId="{6A7C64C4-A6EF-49FE-B723-3EC89BB9D81B}" srcId="{1C92E3E3-225D-45BD-B211-605F84446136}" destId="{3CFE2E4B-5811-46A4-BF11-94D820A6FF5D}" srcOrd="2" destOrd="0" parTransId="{0DF903C4-3996-46CC-BDF3-FEED1FBBDEE7}" sibTransId="{4F79865A-536D-4075-8900-88E133745837}"/>
    <dgm:cxn modelId="{6DC096D1-FDA9-4182-8841-4C4B38C45AF2}" type="presOf" srcId="{E50859AA-9BD3-42D2-947F-048133AAFB4B}" destId="{04EC10E9-ED64-4605-B32B-40CB098B08FD}" srcOrd="0" destOrd="0" presId="urn:microsoft.com/office/officeart/2005/8/layout/hierarchy3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13AC82E2-3395-4910-B269-91966E9866A3}" type="presOf" srcId="{1463D8F0-65C8-4EF3-A568-EB765CBF8300}" destId="{71E90855-000E-4026-BBBB-58316A2A7822}" srcOrd="0" destOrd="0" presId="urn:microsoft.com/office/officeart/2005/8/layout/hierarchy3"/>
    <dgm:cxn modelId="{AF02FAE9-B7D8-4E83-89F1-684FFBFF48CB}" type="presOf" srcId="{C19A29C8-669A-4B44-92A3-EB4C9FDADC2C}" destId="{3AE3F6A2-8361-41F4-9B09-673570936911}" srcOrd="0" destOrd="0" presId="urn:microsoft.com/office/officeart/2005/8/layout/hierarchy3"/>
    <dgm:cxn modelId="{410E2DF4-2736-4A72-9527-49B339BA22B5}" type="presOf" srcId="{E5DF2E8F-9170-4863-9633-F05B89009C3E}" destId="{7977BE07-2F79-4C71-9248-B6E09A5D926C}" srcOrd="0" destOrd="0" presId="urn:microsoft.com/office/officeart/2005/8/layout/hierarchy3"/>
    <dgm:cxn modelId="{3F2CA2E8-15D1-43B6-B9E3-A8023690E0DE}" type="presParOf" srcId="{CD6F6516-51A2-44CF-8A59-7356DB327826}" destId="{B96EFB93-97BC-49C4-BDF2-98CFDB6B0A75}" srcOrd="0" destOrd="0" presId="urn:microsoft.com/office/officeart/2005/8/layout/hierarchy3"/>
    <dgm:cxn modelId="{7BA2E5F8-1C18-4617-BCF1-6E85C1057DEF}" type="presParOf" srcId="{B96EFB93-97BC-49C4-BDF2-98CFDB6B0A75}" destId="{908876AF-1EA6-4C52-83D5-8AE6B07C1800}" srcOrd="0" destOrd="0" presId="urn:microsoft.com/office/officeart/2005/8/layout/hierarchy3"/>
    <dgm:cxn modelId="{E17A3486-7943-4D69-840F-AB6B4D4054E8}" type="presParOf" srcId="{908876AF-1EA6-4C52-83D5-8AE6B07C1800}" destId="{04EC10E9-ED64-4605-B32B-40CB098B08FD}" srcOrd="0" destOrd="0" presId="urn:microsoft.com/office/officeart/2005/8/layout/hierarchy3"/>
    <dgm:cxn modelId="{8AD606F9-2267-4102-A873-DAB555E589A2}" type="presParOf" srcId="{908876AF-1EA6-4C52-83D5-8AE6B07C1800}" destId="{00DE4E6C-C2EA-41CC-9B9C-BF3015862EAB}" srcOrd="1" destOrd="0" presId="urn:microsoft.com/office/officeart/2005/8/layout/hierarchy3"/>
    <dgm:cxn modelId="{E2C1AEF3-92BA-4CA5-9BCE-C58BA4FBDCA2}" type="presParOf" srcId="{B96EFB93-97BC-49C4-BDF2-98CFDB6B0A75}" destId="{1A0C345F-98BC-4CA3-BE87-F766D4A9D689}" srcOrd="1" destOrd="0" presId="urn:microsoft.com/office/officeart/2005/8/layout/hierarchy3"/>
    <dgm:cxn modelId="{6ED22A8F-8E18-441C-A9F9-E7860AAD9595}" type="presParOf" srcId="{CD6F6516-51A2-44CF-8A59-7356DB327826}" destId="{F028FA23-A506-431F-9805-170ADCEDD589}" srcOrd="1" destOrd="0" presId="urn:microsoft.com/office/officeart/2005/8/layout/hierarchy3"/>
    <dgm:cxn modelId="{95CD48BC-2B5B-4AAD-9F82-7D446F4E48F5}" type="presParOf" srcId="{F028FA23-A506-431F-9805-170ADCEDD589}" destId="{467120CA-A53C-4D1E-BCFC-710D93D28B8C}" srcOrd="0" destOrd="0" presId="urn:microsoft.com/office/officeart/2005/8/layout/hierarchy3"/>
    <dgm:cxn modelId="{6CF20A27-D60F-446C-B193-CAFD4743BF98}" type="presParOf" srcId="{467120CA-A53C-4D1E-BCFC-710D93D28B8C}" destId="{F80AE443-3039-4941-B4AC-9C6E84175035}" srcOrd="0" destOrd="0" presId="urn:microsoft.com/office/officeart/2005/8/layout/hierarchy3"/>
    <dgm:cxn modelId="{1D9BBBE3-6E67-4A53-9B77-D42673647BE3}" type="presParOf" srcId="{467120CA-A53C-4D1E-BCFC-710D93D28B8C}" destId="{54E3C178-56E0-4357-8377-B18EA9C8ED94}" srcOrd="1" destOrd="0" presId="urn:microsoft.com/office/officeart/2005/8/layout/hierarchy3"/>
    <dgm:cxn modelId="{687CE1D1-8CE0-481B-AC43-EC68010607C7}" type="presParOf" srcId="{F028FA23-A506-431F-9805-170ADCEDD589}" destId="{C0FA0197-06FD-4F58-9D8F-9723F00952F2}" srcOrd="1" destOrd="0" presId="urn:microsoft.com/office/officeart/2005/8/layout/hierarchy3"/>
    <dgm:cxn modelId="{1725621A-0F45-4A3F-AF24-DD633E191D66}" type="presParOf" srcId="{C0FA0197-06FD-4F58-9D8F-9723F00952F2}" destId="{7977BE07-2F79-4C71-9248-B6E09A5D926C}" srcOrd="0" destOrd="0" presId="urn:microsoft.com/office/officeart/2005/8/layout/hierarchy3"/>
    <dgm:cxn modelId="{A1C49FD2-E000-4A21-960A-8AACDD13323E}" type="presParOf" srcId="{C0FA0197-06FD-4F58-9D8F-9723F00952F2}" destId="{B6595C61-53A6-499F-9C00-997BB6BEAF0D}" srcOrd="1" destOrd="0" presId="urn:microsoft.com/office/officeart/2005/8/layout/hierarchy3"/>
    <dgm:cxn modelId="{652D7BB7-ECC2-4629-BE08-F92206136EDF}" type="presParOf" srcId="{C0FA0197-06FD-4F58-9D8F-9723F00952F2}" destId="{4CB3FAAE-1D2B-4821-B194-CE3DAA6C9106}" srcOrd="2" destOrd="0" presId="urn:microsoft.com/office/officeart/2005/8/layout/hierarchy3"/>
    <dgm:cxn modelId="{1011CC3B-2A05-48D0-B5DD-63C345B0B0DA}" type="presParOf" srcId="{C0FA0197-06FD-4F58-9D8F-9723F00952F2}" destId="{BCC0D5B5-DD34-4EDE-93F1-DDC53A970718}" srcOrd="3" destOrd="0" presId="urn:microsoft.com/office/officeart/2005/8/layout/hierarchy3"/>
    <dgm:cxn modelId="{6E9C7FB8-5E46-4209-A477-8A5F65992683}" type="presParOf" srcId="{C0FA0197-06FD-4F58-9D8F-9723F00952F2}" destId="{7A7263F1-80CF-46FF-9EB0-EC6396CE232F}" srcOrd="4" destOrd="0" presId="urn:microsoft.com/office/officeart/2005/8/layout/hierarchy3"/>
    <dgm:cxn modelId="{4E70A6A0-EF3D-482D-A6B8-52AE4BD17287}" type="presParOf" srcId="{C0FA0197-06FD-4F58-9D8F-9723F00952F2}" destId="{71E90855-000E-4026-BBBB-58316A2A7822}" srcOrd="5" destOrd="0" presId="urn:microsoft.com/office/officeart/2005/8/layout/hierarchy3"/>
    <dgm:cxn modelId="{3232FB69-50B8-4571-8D3B-21B9A3FB59B5}" type="presParOf" srcId="{CD6F6516-51A2-44CF-8A59-7356DB327826}" destId="{52ECA4E9-C53E-4210-BF5A-8E6351568165}" srcOrd="2" destOrd="0" presId="urn:microsoft.com/office/officeart/2005/8/layout/hierarchy3"/>
    <dgm:cxn modelId="{A0BFD144-2D72-4E4E-9EA9-25295A982F1A}" type="presParOf" srcId="{52ECA4E9-C53E-4210-BF5A-8E6351568165}" destId="{6715B842-BE70-4270-83F0-74B750B71714}" srcOrd="0" destOrd="0" presId="urn:microsoft.com/office/officeart/2005/8/layout/hierarchy3"/>
    <dgm:cxn modelId="{4BD4F501-3ED1-4827-AF9C-3B5E400A16AB}" type="presParOf" srcId="{6715B842-BE70-4270-83F0-74B750B71714}" destId="{EDD3FB3B-8251-411A-9306-DC2371A4BE0C}" srcOrd="0" destOrd="0" presId="urn:microsoft.com/office/officeart/2005/8/layout/hierarchy3"/>
    <dgm:cxn modelId="{5CA339FA-9E1F-4B9A-BD4B-371851B94F29}" type="presParOf" srcId="{6715B842-BE70-4270-83F0-74B750B71714}" destId="{204120F7-B8CE-472A-A3F0-E3741EB72B37}" srcOrd="1" destOrd="0" presId="urn:microsoft.com/office/officeart/2005/8/layout/hierarchy3"/>
    <dgm:cxn modelId="{142F5803-1D7F-4EE4-BCCC-00F86BB70458}" type="presParOf" srcId="{52ECA4E9-C53E-4210-BF5A-8E6351568165}" destId="{FF2B6338-CDE3-4E7D-A7EF-3EC86C32FECF}" srcOrd="1" destOrd="0" presId="urn:microsoft.com/office/officeart/2005/8/layout/hierarchy3"/>
    <dgm:cxn modelId="{D9FB7385-764C-4EC7-85B1-0CBD9624D0D4}" type="presParOf" srcId="{CD6F6516-51A2-44CF-8A59-7356DB327826}" destId="{31916D42-DD94-4FFE-B7A9-CDDC9DF0750F}" srcOrd="3" destOrd="0" presId="urn:microsoft.com/office/officeart/2005/8/layout/hierarchy3"/>
    <dgm:cxn modelId="{BFEF31D6-96EB-40AC-9FBA-D1A4B759529A}" type="presParOf" srcId="{31916D42-DD94-4FFE-B7A9-CDDC9DF0750F}" destId="{E46D2CC2-7136-4C45-AB4A-91C12B72F0F4}" srcOrd="0" destOrd="0" presId="urn:microsoft.com/office/officeart/2005/8/layout/hierarchy3"/>
    <dgm:cxn modelId="{0D194145-5984-4DB2-AFD7-A32EFA3E7F72}" type="presParOf" srcId="{E46D2CC2-7136-4C45-AB4A-91C12B72F0F4}" destId="{CBC7FC1A-D039-4A0E-8508-CEA87C7058A6}" srcOrd="0" destOrd="0" presId="urn:microsoft.com/office/officeart/2005/8/layout/hierarchy3"/>
    <dgm:cxn modelId="{D7DEEF99-1371-4FC6-8B69-BE6797B6B3E1}" type="presParOf" srcId="{E46D2CC2-7136-4C45-AB4A-91C12B72F0F4}" destId="{29F80A6E-9490-4354-B18E-61373CD21298}" srcOrd="1" destOrd="0" presId="urn:microsoft.com/office/officeart/2005/8/layout/hierarchy3"/>
    <dgm:cxn modelId="{5668E6F5-0F69-43A0-B0B1-2883952AD4F6}" type="presParOf" srcId="{31916D42-DD94-4FFE-B7A9-CDDC9DF0750F}" destId="{E2342D06-B30E-4450-BCF3-875F58B8F6FB}" srcOrd="1" destOrd="0" presId="urn:microsoft.com/office/officeart/2005/8/layout/hierarchy3"/>
    <dgm:cxn modelId="{DF34F284-8898-4DA4-8501-EFBBCBC4DD94}" type="presParOf" srcId="{E2342D06-B30E-4450-BCF3-875F58B8F6FB}" destId="{18490156-86CC-4CDA-9A01-69019E739F95}" srcOrd="0" destOrd="0" presId="urn:microsoft.com/office/officeart/2005/8/layout/hierarchy3"/>
    <dgm:cxn modelId="{BCBBC28A-3351-4E39-978F-C16823AE8809}" type="presParOf" srcId="{E2342D06-B30E-4450-BCF3-875F58B8F6FB}" destId="{B12C8CD3-7AB6-499B-94AA-A310DB1C69B4}" srcOrd="1" destOrd="0" presId="urn:microsoft.com/office/officeart/2005/8/layout/hierarchy3"/>
    <dgm:cxn modelId="{F06DA66F-7A31-4371-AF23-75F235DB6561}" type="presParOf" srcId="{E2342D06-B30E-4450-BCF3-875F58B8F6FB}" destId="{268DBDAA-8071-4B2A-B494-2E0F14501DAD}" srcOrd="2" destOrd="0" presId="urn:microsoft.com/office/officeart/2005/8/layout/hierarchy3"/>
    <dgm:cxn modelId="{0568DBF5-14F3-48C4-957A-43641E36A177}" type="presParOf" srcId="{E2342D06-B30E-4450-BCF3-875F58B8F6FB}" destId="{3AE3F6A2-8361-41F4-9B09-673570936911}" srcOrd="3" destOrd="0" presId="urn:microsoft.com/office/officeart/2005/8/layout/hierarchy3"/>
    <dgm:cxn modelId="{B1738198-ADA6-452F-BC67-4B809D3D03A5}" type="presParOf" srcId="{E2342D06-B30E-4450-BCF3-875F58B8F6FB}" destId="{DF75FBF7-561A-43BA-ABA7-FECC4BE5F9E3}" srcOrd="4" destOrd="0" presId="urn:microsoft.com/office/officeart/2005/8/layout/hierarchy3"/>
    <dgm:cxn modelId="{F3B33E06-01A5-49AA-BFAF-7135C83838B8}" type="presParOf" srcId="{E2342D06-B30E-4450-BCF3-875F58B8F6FB}" destId="{EBF18F57-E4BA-474F-9FA2-D557506303BE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process4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r>
            <a:rPr lang="es-ES" noProof="1"/>
            <a:t>Asset Store.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  <dgm:t>
        <a:bodyPr/>
        <a:lstStyle/>
        <a:p>
          <a:endParaRPr lang="en-GB"/>
        </a:p>
      </dgm:t>
    </dgm:pt>
    <dgm:pt modelId="{9E7EFE81-FBF8-4293-A5D8-5FA57B8965EB}">
      <dgm:prSet phldrT="[Text]" phldr="0"/>
      <dgm:spPr/>
      <dgm:t>
        <a:bodyPr/>
        <a:lstStyle/>
        <a:p>
          <a:r>
            <a:rPr lang="es-ES" noProof="1"/>
            <a:t>Buena documentacióm.</a:t>
          </a:r>
        </a:p>
      </dgm:t>
    </dgm:pt>
    <dgm:pt modelId="{AA90E2D4-7C20-4724-AB29-EC927C2A1A09}" type="parTrans" cxnId="{9A30C057-3B41-437C-BD1D-49B5C19A66EB}">
      <dgm:prSet/>
      <dgm:spPr/>
      <dgm:t>
        <a:bodyPr/>
        <a:lstStyle/>
        <a:p>
          <a:endParaRPr lang="en-GB"/>
        </a:p>
      </dgm:t>
    </dgm:pt>
    <dgm:pt modelId="{EF53BF45-20CF-477C-AF3E-13F7B73E2A74}" type="sibTrans" cxnId="{9A30C057-3B41-437C-BD1D-49B5C19A66EB}">
      <dgm:prSet/>
      <dgm:spPr/>
      <dgm:t>
        <a:bodyPr/>
        <a:lstStyle/>
        <a:p>
          <a:endParaRPr lang="en-GB"/>
        </a:p>
      </dgm:t>
    </dgm:pt>
    <dgm:pt modelId="{B7AFB897-682C-45D3-BE2E-A78A8CC399F0}">
      <dgm:prSet phldrT="[Text]" phldr="0"/>
      <dgm:spPr/>
      <dgm:t>
        <a:bodyPr/>
        <a:lstStyle/>
        <a:p>
          <a:r>
            <a:rPr lang="es-ES" noProof="1"/>
            <a:t>Buena comunidad.</a:t>
          </a:r>
        </a:p>
      </dgm:t>
    </dgm:pt>
    <dgm:pt modelId="{CC61A783-81AC-47C0-A52F-90540F23BC73}" type="parTrans" cxnId="{4C68AE3E-4542-45B1-A22A-8A52FB95E323}">
      <dgm:prSet/>
      <dgm:spPr/>
      <dgm:t>
        <a:bodyPr/>
        <a:lstStyle/>
        <a:p>
          <a:endParaRPr lang="en-GB"/>
        </a:p>
      </dgm:t>
    </dgm:pt>
    <dgm:pt modelId="{587EEB80-AEB3-43E7-818F-EC6E57AF2F36}" type="sibTrans" cxnId="{4C68AE3E-4542-45B1-A22A-8A52FB95E323}">
      <dgm:prSet/>
      <dgm:spPr/>
      <dgm:t>
        <a:bodyPr/>
        <a:lstStyle/>
        <a:p>
          <a:endParaRPr lang="en-GB"/>
        </a:p>
      </dgm:t>
    </dgm:pt>
    <dgm:pt modelId="{2B0FC806-B771-4407-BA68-C53443EFDAFE}">
      <dgm:prSet phldrT="[Text]" phldr="0"/>
      <dgm:spPr/>
      <dgm:t>
        <a:bodyPr/>
        <a:lstStyle/>
        <a:p>
          <a:r>
            <a:rPr lang="es-ES" noProof="1"/>
            <a:t>GameObjects, Escenas, C#, 2D, 3D y VR. Buen rendimiento.</a:t>
          </a:r>
        </a:p>
      </dgm:t>
    </dgm:pt>
    <dgm:pt modelId="{1DF674CF-5D3C-4091-B5D0-107665A33A5A}" type="parTrans" cxnId="{F850F4C5-65BC-400F-913C-88FC2462D349}">
      <dgm:prSet/>
      <dgm:spPr/>
      <dgm:t>
        <a:bodyPr/>
        <a:lstStyle/>
        <a:p>
          <a:endParaRPr lang="en-GB"/>
        </a:p>
      </dgm:t>
    </dgm:pt>
    <dgm:pt modelId="{1D5B6478-66FD-4AF6-AF44-EF8263F0E061}" type="sibTrans" cxnId="{F850F4C5-65BC-400F-913C-88FC2462D349}">
      <dgm:prSet/>
      <dgm:spPr/>
      <dgm:t>
        <a:bodyPr/>
        <a:lstStyle/>
        <a:p>
          <a:endParaRPr lang="en-GB"/>
        </a:p>
      </dgm:t>
    </dgm:pt>
    <dgm:pt modelId="{1CF8CAFC-3669-413C-A49A-998D166FD579}">
      <dgm:prSet phldrT="[Text]" phldr="0"/>
      <dgm:spPr/>
      <dgm:t>
        <a:bodyPr/>
        <a:lstStyle/>
        <a:p>
          <a:r>
            <a:rPr lang="es-ES" noProof="1"/>
            <a:t>Herramientas out of the box:</a:t>
          </a:r>
        </a:p>
      </dgm:t>
    </dgm:pt>
    <dgm:pt modelId="{3B821CB0-764D-4CE3-AF39-FF9562CBC380}" type="parTrans" cxnId="{05409285-E3AF-4871-BD77-4720B74D3D9C}">
      <dgm:prSet/>
      <dgm:spPr/>
      <dgm:t>
        <a:bodyPr/>
        <a:lstStyle/>
        <a:p>
          <a:endParaRPr lang="en-GB"/>
        </a:p>
      </dgm:t>
    </dgm:pt>
    <dgm:pt modelId="{3F02A150-F471-4457-9797-44245F89A130}" type="sibTrans" cxnId="{05409285-E3AF-4871-BD77-4720B74D3D9C}">
      <dgm:prSet/>
      <dgm:spPr/>
      <dgm:t>
        <a:bodyPr/>
        <a:lstStyle/>
        <a:p>
          <a:endParaRPr lang="en-GB"/>
        </a:p>
      </dgm:t>
    </dgm:pt>
    <dgm:pt modelId="{F324B4A4-D0E5-482A-ABE4-7C655FBC99E7}">
      <dgm:prSet phldrT="[Text]" phldr="0"/>
      <dgm:spPr/>
      <dgm:t>
        <a:bodyPr/>
        <a:lstStyle/>
        <a:p>
          <a:pPr>
            <a:buNone/>
          </a:pPr>
          <a:r>
            <a:rPr lang="es-ES" noProof="1"/>
            <a:t>Sprite Editor</a:t>
          </a:r>
        </a:p>
      </dgm:t>
    </dgm:pt>
    <dgm:pt modelId="{5D555EE6-2BE4-4E5C-A455-765D40D4AA8F}" type="parTrans" cxnId="{9450A27A-9179-4828-B150-691D8E32864C}">
      <dgm:prSet/>
      <dgm:spPr/>
      <dgm:t>
        <a:bodyPr/>
        <a:lstStyle/>
        <a:p>
          <a:endParaRPr lang="en-GB"/>
        </a:p>
      </dgm:t>
    </dgm:pt>
    <dgm:pt modelId="{3193E146-B680-4100-AA00-50AD9C750206}" type="sibTrans" cxnId="{9450A27A-9179-4828-B150-691D8E32864C}">
      <dgm:prSet/>
      <dgm:spPr/>
      <dgm:t>
        <a:bodyPr/>
        <a:lstStyle/>
        <a:p>
          <a:endParaRPr lang="en-GB"/>
        </a:p>
      </dgm:t>
    </dgm:pt>
    <dgm:pt modelId="{0F7C4E22-0A47-4330-98BF-EC87A8366D9E}">
      <dgm:prSet phldrT="[Text]" phldr="0"/>
      <dgm:spPr/>
      <dgm:t>
        <a:bodyPr/>
        <a:lstStyle/>
        <a:p>
          <a:pPr>
            <a:buNone/>
          </a:pPr>
          <a:r>
            <a:rPr lang="es-ES" noProof="1"/>
            <a:t>Sorting Layers y el Order in Layer</a:t>
          </a:r>
        </a:p>
      </dgm:t>
    </dgm:pt>
    <dgm:pt modelId="{83CED255-D7A4-418D-92CD-5D63812D0A25}" type="parTrans" cxnId="{1C09E0C6-C7EB-46CA-B3BD-22653A9AE911}">
      <dgm:prSet/>
      <dgm:spPr/>
      <dgm:t>
        <a:bodyPr/>
        <a:lstStyle/>
        <a:p>
          <a:endParaRPr lang="en-GB"/>
        </a:p>
      </dgm:t>
    </dgm:pt>
    <dgm:pt modelId="{8760D209-FFDD-493F-9E3B-39D63B53CB04}" type="sibTrans" cxnId="{1C09E0C6-C7EB-46CA-B3BD-22653A9AE911}">
      <dgm:prSet/>
      <dgm:spPr/>
      <dgm:t>
        <a:bodyPr/>
        <a:lstStyle/>
        <a:p>
          <a:endParaRPr lang="en-GB"/>
        </a:p>
      </dgm:t>
    </dgm:pt>
    <dgm:pt modelId="{4C505333-42C7-47EE-9651-672FC27E2227}">
      <dgm:prSet phldrT="[Text]" phldr="0"/>
      <dgm:spPr/>
      <dgm:t>
        <a:bodyPr/>
        <a:lstStyle/>
        <a:p>
          <a:pPr>
            <a:buNone/>
          </a:pPr>
          <a:r>
            <a:rPr lang="es-ES" noProof="1"/>
            <a:t>Tilemap y Grid</a:t>
          </a:r>
        </a:p>
      </dgm:t>
    </dgm:pt>
    <dgm:pt modelId="{CC7F15FB-1478-4BC8-9470-F1BC0022CB2C}" type="parTrans" cxnId="{A7F13049-D8AB-47A2-85AB-AA0E2ED700B5}">
      <dgm:prSet/>
      <dgm:spPr/>
      <dgm:t>
        <a:bodyPr/>
        <a:lstStyle/>
        <a:p>
          <a:endParaRPr lang="en-GB"/>
        </a:p>
      </dgm:t>
    </dgm:pt>
    <dgm:pt modelId="{7F0082F2-A484-49CF-B542-8281BD70FE81}" type="sibTrans" cxnId="{A7F13049-D8AB-47A2-85AB-AA0E2ED700B5}">
      <dgm:prSet/>
      <dgm:spPr/>
      <dgm:t>
        <a:bodyPr/>
        <a:lstStyle/>
        <a:p>
          <a:endParaRPr lang="en-GB"/>
        </a:p>
      </dgm:t>
    </dgm:pt>
    <dgm:pt modelId="{CD8A6326-F511-4695-83FE-FA8185F48799}">
      <dgm:prSet phldrT="[Text]" phldr="0"/>
      <dgm:spPr/>
      <dgm:t>
        <a:bodyPr/>
        <a:lstStyle/>
        <a:p>
          <a:pPr>
            <a:buNone/>
          </a:pPr>
          <a:r>
            <a:rPr lang="es-ES" noProof="1"/>
            <a:t>Animator y Animation Clips</a:t>
          </a:r>
        </a:p>
      </dgm:t>
    </dgm:pt>
    <dgm:pt modelId="{9995F47E-87F2-469E-A1F5-134E14DEC9BE}" type="parTrans" cxnId="{74F7B738-803E-4DAB-89D1-93F01731BDCD}">
      <dgm:prSet/>
      <dgm:spPr/>
      <dgm:t>
        <a:bodyPr/>
        <a:lstStyle/>
        <a:p>
          <a:endParaRPr lang="en-GB"/>
        </a:p>
      </dgm:t>
    </dgm:pt>
    <dgm:pt modelId="{045C2BB4-73AF-4F4D-B9FF-9FC8BF03CB97}" type="sibTrans" cxnId="{74F7B738-803E-4DAB-89D1-93F01731BDCD}">
      <dgm:prSet/>
      <dgm:spPr/>
      <dgm:t>
        <a:bodyPr/>
        <a:lstStyle/>
        <a:p>
          <a:endParaRPr lang="en-GB"/>
        </a:p>
      </dgm:t>
    </dgm:pt>
    <dgm:pt modelId="{6D28CBB6-F235-4DEC-8BF5-87F0606BDAE2}">
      <dgm:prSet phldrT="[Text]" phldr="0"/>
      <dgm:spPr/>
      <dgm:t>
        <a:bodyPr/>
        <a:lstStyle/>
        <a:p>
          <a:pPr>
            <a:buNone/>
          </a:pPr>
          <a:r>
            <a:rPr lang="es-ES" noProof="1"/>
            <a:t>Shader Graph</a:t>
          </a:r>
        </a:p>
      </dgm:t>
    </dgm:pt>
    <dgm:pt modelId="{65A6D3DD-7CA2-4D02-87A7-7C94EE14DE3E}" type="parTrans" cxnId="{4B003C06-EB66-469E-9134-551613549FD1}">
      <dgm:prSet/>
      <dgm:spPr/>
      <dgm:t>
        <a:bodyPr/>
        <a:lstStyle/>
        <a:p>
          <a:endParaRPr lang="en-GB"/>
        </a:p>
      </dgm:t>
    </dgm:pt>
    <dgm:pt modelId="{C04A87CA-7D86-4F2F-8F81-8E291EB2B71D}" type="sibTrans" cxnId="{4B003C06-EB66-469E-9134-551613549FD1}">
      <dgm:prSet/>
      <dgm:spPr/>
      <dgm:t>
        <a:bodyPr/>
        <a:lstStyle/>
        <a:p>
          <a:endParaRPr lang="en-GB"/>
        </a:p>
      </dgm:t>
    </dgm:pt>
    <dgm:pt modelId="{1C7BF643-DD9B-4B9F-9BAC-2616EEBB1833}" type="pres">
      <dgm:prSet presAssocID="{BDB7CC9A-3BD2-4AAD-A511-80954914245A}" presName="Name0" presStyleCnt="0">
        <dgm:presLayoutVars>
          <dgm:dir/>
          <dgm:animLvl val="lvl"/>
          <dgm:resizeHandles val="exact"/>
        </dgm:presLayoutVars>
      </dgm:prSet>
      <dgm:spPr/>
    </dgm:pt>
    <dgm:pt modelId="{C4D43190-6018-4A27-A683-104D9C879BF6}" type="pres">
      <dgm:prSet presAssocID="{1CF8CAFC-3669-413C-A49A-998D166FD579}" presName="boxAndChildren" presStyleCnt="0"/>
      <dgm:spPr/>
    </dgm:pt>
    <dgm:pt modelId="{AA72CBB2-0A55-4429-8641-9BE426970EAB}" type="pres">
      <dgm:prSet presAssocID="{1CF8CAFC-3669-413C-A49A-998D166FD579}" presName="parentTextBox" presStyleLbl="node1" presStyleIdx="0" presStyleCnt="5"/>
      <dgm:spPr/>
    </dgm:pt>
    <dgm:pt modelId="{572D1439-1E29-4C2A-ABD3-ADD04467D49E}" type="pres">
      <dgm:prSet presAssocID="{1CF8CAFC-3669-413C-A49A-998D166FD579}" presName="entireBox" presStyleLbl="node1" presStyleIdx="0" presStyleCnt="5"/>
      <dgm:spPr/>
    </dgm:pt>
    <dgm:pt modelId="{B2202D9C-4F22-4EA0-B5AF-98E07260640F}" type="pres">
      <dgm:prSet presAssocID="{1CF8CAFC-3669-413C-A49A-998D166FD579}" presName="descendantBox" presStyleCnt="0"/>
      <dgm:spPr/>
    </dgm:pt>
    <dgm:pt modelId="{6898B546-5DCC-48B8-9734-20BE92FDA4D3}" type="pres">
      <dgm:prSet presAssocID="{F324B4A4-D0E5-482A-ABE4-7C655FBC99E7}" presName="childTextBox" presStyleLbl="fgAccFollowNode1" presStyleIdx="0" presStyleCnt="5">
        <dgm:presLayoutVars>
          <dgm:bulletEnabled val="1"/>
        </dgm:presLayoutVars>
      </dgm:prSet>
      <dgm:spPr/>
    </dgm:pt>
    <dgm:pt modelId="{7D2BFCCB-DF40-4756-A84B-C462B7466EDC}" type="pres">
      <dgm:prSet presAssocID="{0F7C4E22-0A47-4330-98BF-EC87A8366D9E}" presName="childTextBox" presStyleLbl="fgAccFollowNode1" presStyleIdx="1" presStyleCnt="5">
        <dgm:presLayoutVars>
          <dgm:bulletEnabled val="1"/>
        </dgm:presLayoutVars>
      </dgm:prSet>
      <dgm:spPr/>
    </dgm:pt>
    <dgm:pt modelId="{C8B31222-FE89-437C-87AF-A1019AC184AA}" type="pres">
      <dgm:prSet presAssocID="{4C505333-42C7-47EE-9651-672FC27E2227}" presName="childTextBox" presStyleLbl="fgAccFollowNode1" presStyleIdx="2" presStyleCnt="5">
        <dgm:presLayoutVars>
          <dgm:bulletEnabled val="1"/>
        </dgm:presLayoutVars>
      </dgm:prSet>
      <dgm:spPr/>
    </dgm:pt>
    <dgm:pt modelId="{C310847A-4C3E-4F3D-8BB5-DB04ED3431AB}" type="pres">
      <dgm:prSet presAssocID="{CD8A6326-F511-4695-83FE-FA8185F48799}" presName="childTextBox" presStyleLbl="fgAccFollowNode1" presStyleIdx="3" presStyleCnt="5">
        <dgm:presLayoutVars>
          <dgm:bulletEnabled val="1"/>
        </dgm:presLayoutVars>
      </dgm:prSet>
      <dgm:spPr/>
    </dgm:pt>
    <dgm:pt modelId="{D069A730-C628-40FA-9C92-311364227CEC}" type="pres">
      <dgm:prSet presAssocID="{6D28CBB6-F235-4DEC-8BF5-87F0606BDAE2}" presName="childTextBox" presStyleLbl="fgAccFollowNode1" presStyleIdx="4" presStyleCnt="5">
        <dgm:presLayoutVars>
          <dgm:bulletEnabled val="1"/>
        </dgm:presLayoutVars>
      </dgm:prSet>
      <dgm:spPr/>
    </dgm:pt>
    <dgm:pt modelId="{B7470628-245F-465F-8225-3720795A6CAE}" type="pres">
      <dgm:prSet presAssocID="{1D5B6478-66FD-4AF6-AF44-EF8263F0E061}" presName="sp" presStyleCnt="0"/>
      <dgm:spPr/>
    </dgm:pt>
    <dgm:pt modelId="{1C64C2E5-C5DA-4753-8271-48149BD1C6CC}" type="pres">
      <dgm:prSet presAssocID="{2B0FC806-B771-4407-BA68-C53443EFDAFE}" presName="arrowAndChildren" presStyleCnt="0"/>
      <dgm:spPr/>
    </dgm:pt>
    <dgm:pt modelId="{92E1A297-B804-4F6B-BF87-2D2309CED249}" type="pres">
      <dgm:prSet presAssocID="{2B0FC806-B771-4407-BA68-C53443EFDAFE}" presName="parentTextArrow" presStyleLbl="node1" presStyleIdx="1" presStyleCnt="5"/>
      <dgm:spPr/>
    </dgm:pt>
    <dgm:pt modelId="{7460310F-94DB-4422-A520-DC0DE2C7F08A}" type="pres">
      <dgm:prSet presAssocID="{587EEB80-AEB3-43E7-818F-EC6E57AF2F36}" presName="sp" presStyleCnt="0"/>
      <dgm:spPr/>
    </dgm:pt>
    <dgm:pt modelId="{6206D0F2-52A8-4BA7-9A5D-4BFDC1BDC161}" type="pres">
      <dgm:prSet presAssocID="{B7AFB897-682C-45D3-BE2E-A78A8CC399F0}" presName="arrowAndChildren" presStyleCnt="0"/>
      <dgm:spPr/>
    </dgm:pt>
    <dgm:pt modelId="{50FD35DB-5FB5-4B7C-9726-B20926603334}" type="pres">
      <dgm:prSet presAssocID="{B7AFB897-682C-45D3-BE2E-A78A8CC399F0}" presName="parentTextArrow" presStyleLbl="node1" presStyleIdx="2" presStyleCnt="5"/>
      <dgm:spPr/>
    </dgm:pt>
    <dgm:pt modelId="{EFEFDE0C-5E16-43E5-AE05-F4365C3557F6}" type="pres">
      <dgm:prSet presAssocID="{EF53BF45-20CF-477C-AF3E-13F7B73E2A74}" presName="sp" presStyleCnt="0"/>
      <dgm:spPr/>
    </dgm:pt>
    <dgm:pt modelId="{B4ED2274-9357-44E2-A342-3F62C7143CF9}" type="pres">
      <dgm:prSet presAssocID="{9E7EFE81-FBF8-4293-A5D8-5FA57B8965EB}" presName="arrowAndChildren" presStyleCnt="0"/>
      <dgm:spPr/>
    </dgm:pt>
    <dgm:pt modelId="{1BC1D5D7-276B-4DA8-B245-BA398CD75CE0}" type="pres">
      <dgm:prSet presAssocID="{9E7EFE81-FBF8-4293-A5D8-5FA57B8965EB}" presName="parentTextArrow" presStyleLbl="node1" presStyleIdx="3" presStyleCnt="5"/>
      <dgm:spPr/>
    </dgm:pt>
    <dgm:pt modelId="{B2984901-DA4B-4E10-A949-9988F00C31F7}" type="pres">
      <dgm:prSet presAssocID="{DA387523-BE3A-4A63-8456-FEEAC7793000}" presName="sp" presStyleCnt="0"/>
      <dgm:spPr/>
    </dgm:pt>
    <dgm:pt modelId="{DC2E143D-4725-4134-9680-6CF23B4BF70C}" type="pres">
      <dgm:prSet presAssocID="{E50859AA-9BD3-42D2-947F-048133AAFB4B}" presName="arrowAndChildren" presStyleCnt="0"/>
      <dgm:spPr/>
    </dgm:pt>
    <dgm:pt modelId="{651D4386-2D71-4050-9696-F315E8BE374A}" type="pres">
      <dgm:prSet presAssocID="{E50859AA-9BD3-42D2-947F-048133AAFB4B}" presName="parentTextArrow" presStyleLbl="node1" presStyleIdx="4" presStyleCnt="5"/>
      <dgm:spPr/>
    </dgm:pt>
  </dgm:ptLst>
  <dgm:cxnLst>
    <dgm:cxn modelId="{4B003C06-EB66-469E-9134-551613549FD1}" srcId="{1CF8CAFC-3669-413C-A49A-998D166FD579}" destId="{6D28CBB6-F235-4DEC-8BF5-87F0606BDAE2}" srcOrd="4" destOrd="0" parTransId="{65A6D3DD-7CA2-4D02-87A7-7C94EE14DE3E}" sibTransId="{C04A87CA-7D86-4F2F-8F81-8E291EB2B71D}"/>
    <dgm:cxn modelId="{22714706-34F5-44FD-9738-14FAC5F06E67}" type="presOf" srcId="{CD8A6326-F511-4695-83FE-FA8185F48799}" destId="{C310847A-4C3E-4F3D-8BB5-DB04ED3431AB}" srcOrd="0" destOrd="0" presId="urn:microsoft.com/office/officeart/2005/8/layout/process4"/>
    <dgm:cxn modelId="{25B3152C-4B71-4EA0-8358-6BB5846F53A4}" type="presOf" srcId="{4C505333-42C7-47EE-9651-672FC27E2227}" destId="{C8B31222-FE89-437C-87AF-A1019AC184AA}" srcOrd="0" destOrd="0" presId="urn:microsoft.com/office/officeart/2005/8/layout/process4"/>
    <dgm:cxn modelId="{74F7B738-803E-4DAB-89D1-93F01731BDCD}" srcId="{1CF8CAFC-3669-413C-A49A-998D166FD579}" destId="{CD8A6326-F511-4695-83FE-FA8185F48799}" srcOrd="3" destOrd="0" parTransId="{9995F47E-87F2-469E-A1F5-134E14DEC9BE}" sibTransId="{045C2BB4-73AF-4F4D-B9FF-9FC8BF03CB97}"/>
    <dgm:cxn modelId="{4C68AE3E-4542-45B1-A22A-8A52FB95E323}" srcId="{BDB7CC9A-3BD2-4AAD-A511-80954914245A}" destId="{B7AFB897-682C-45D3-BE2E-A78A8CC399F0}" srcOrd="2" destOrd="0" parTransId="{CC61A783-81AC-47C0-A52F-90540F23BC73}" sibTransId="{587EEB80-AEB3-43E7-818F-EC6E57AF2F36}"/>
    <dgm:cxn modelId="{7F718260-1C4D-4C3F-B14E-E8C233E91E03}" type="presOf" srcId="{0F7C4E22-0A47-4330-98BF-EC87A8366D9E}" destId="{7D2BFCCB-DF40-4756-A84B-C462B7466EDC}" srcOrd="0" destOrd="0" presId="urn:microsoft.com/office/officeart/2005/8/layout/process4"/>
    <dgm:cxn modelId="{A7F13049-D8AB-47A2-85AB-AA0E2ED700B5}" srcId="{1CF8CAFC-3669-413C-A49A-998D166FD579}" destId="{4C505333-42C7-47EE-9651-672FC27E2227}" srcOrd="2" destOrd="0" parTransId="{CC7F15FB-1478-4BC8-9470-F1BC0022CB2C}" sibTransId="{7F0082F2-A484-49CF-B542-8281BD70FE81}"/>
    <dgm:cxn modelId="{9A30C057-3B41-437C-BD1D-49B5C19A66EB}" srcId="{BDB7CC9A-3BD2-4AAD-A511-80954914245A}" destId="{9E7EFE81-FBF8-4293-A5D8-5FA57B8965EB}" srcOrd="1" destOrd="0" parTransId="{AA90E2D4-7C20-4724-AB29-EC927C2A1A09}" sibTransId="{EF53BF45-20CF-477C-AF3E-13F7B73E2A74}"/>
    <dgm:cxn modelId="{9450A27A-9179-4828-B150-691D8E32864C}" srcId="{1CF8CAFC-3669-413C-A49A-998D166FD579}" destId="{F324B4A4-D0E5-482A-ABE4-7C655FBC99E7}" srcOrd="0" destOrd="0" parTransId="{5D555EE6-2BE4-4E5C-A455-765D40D4AA8F}" sibTransId="{3193E146-B680-4100-AA00-50AD9C750206}"/>
    <dgm:cxn modelId="{57F9B184-AA92-48A1-9B8E-CCA894B9BA0C}" type="presOf" srcId="{1CF8CAFC-3669-413C-A49A-998D166FD579}" destId="{572D1439-1E29-4C2A-ABD3-ADD04467D49E}" srcOrd="1" destOrd="0" presId="urn:microsoft.com/office/officeart/2005/8/layout/process4"/>
    <dgm:cxn modelId="{05409285-E3AF-4871-BD77-4720B74D3D9C}" srcId="{BDB7CC9A-3BD2-4AAD-A511-80954914245A}" destId="{1CF8CAFC-3669-413C-A49A-998D166FD579}" srcOrd="4" destOrd="0" parTransId="{3B821CB0-764D-4CE3-AF39-FF9562CBC380}" sibTransId="{3F02A150-F471-4457-9797-44245F89A130}"/>
    <dgm:cxn modelId="{BDB0A1B8-3B0D-471C-B7A2-522E5D5ED5BE}" type="presOf" srcId="{2B0FC806-B771-4407-BA68-C53443EFDAFE}" destId="{92E1A297-B804-4F6B-BF87-2D2309CED249}" srcOrd="0" destOrd="0" presId="urn:microsoft.com/office/officeart/2005/8/layout/process4"/>
    <dgm:cxn modelId="{F850F4C5-65BC-400F-913C-88FC2462D349}" srcId="{BDB7CC9A-3BD2-4AAD-A511-80954914245A}" destId="{2B0FC806-B771-4407-BA68-C53443EFDAFE}" srcOrd="3" destOrd="0" parTransId="{1DF674CF-5D3C-4091-B5D0-107665A33A5A}" sibTransId="{1D5B6478-66FD-4AF6-AF44-EF8263F0E061}"/>
    <dgm:cxn modelId="{1C09E0C6-C7EB-46CA-B3BD-22653A9AE911}" srcId="{1CF8CAFC-3669-413C-A49A-998D166FD579}" destId="{0F7C4E22-0A47-4330-98BF-EC87A8366D9E}" srcOrd="1" destOrd="0" parTransId="{83CED255-D7A4-418D-92CD-5D63812D0A25}" sibTransId="{8760D209-FFDD-493F-9E3B-39D63B53CB04}"/>
    <dgm:cxn modelId="{3AB325CA-39A0-41AD-9190-3B9933A97D74}" type="presOf" srcId="{B7AFB897-682C-45D3-BE2E-A78A8CC399F0}" destId="{50FD35DB-5FB5-4B7C-9726-B20926603334}" srcOrd="0" destOrd="0" presId="urn:microsoft.com/office/officeart/2005/8/layout/process4"/>
    <dgm:cxn modelId="{DDB2A0DD-59C1-4820-AB86-F55DE7EEA958}" type="presOf" srcId="{9E7EFE81-FBF8-4293-A5D8-5FA57B8965EB}" destId="{1BC1D5D7-276B-4DA8-B245-BA398CD75CE0}" srcOrd="0" destOrd="0" presId="urn:microsoft.com/office/officeart/2005/8/layout/process4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62D59AE4-656B-402A-A4BD-0AFDD0CCB979}" type="presOf" srcId="{BDB7CC9A-3BD2-4AAD-A511-80954914245A}" destId="{1C7BF643-DD9B-4B9F-9BAC-2616EEBB1833}" srcOrd="0" destOrd="0" presId="urn:microsoft.com/office/officeart/2005/8/layout/process4"/>
    <dgm:cxn modelId="{9FB733ED-35FE-4E13-B92C-8D6F3DC0AF2F}" type="presOf" srcId="{E50859AA-9BD3-42D2-947F-048133AAFB4B}" destId="{651D4386-2D71-4050-9696-F315E8BE374A}" srcOrd="0" destOrd="0" presId="urn:microsoft.com/office/officeart/2005/8/layout/process4"/>
    <dgm:cxn modelId="{EAE642ED-458F-42AE-815B-0697F62A68EF}" type="presOf" srcId="{F324B4A4-D0E5-482A-ABE4-7C655FBC99E7}" destId="{6898B546-5DCC-48B8-9734-20BE92FDA4D3}" srcOrd="0" destOrd="0" presId="urn:microsoft.com/office/officeart/2005/8/layout/process4"/>
    <dgm:cxn modelId="{0D2354ED-6C5A-4FA2-B058-6C660A6A649D}" type="presOf" srcId="{1CF8CAFC-3669-413C-A49A-998D166FD579}" destId="{AA72CBB2-0A55-4429-8641-9BE426970EAB}" srcOrd="0" destOrd="0" presId="urn:microsoft.com/office/officeart/2005/8/layout/process4"/>
    <dgm:cxn modelId="{70D3C3FA-2BEE-474C-8B4B-77843A0FC151}" type="presOf" srcId="{6D28CBB6-F235-4DEC-8BF5-87F0606BDAE2}" destId="{D069A730-C628-40FA-9C92-311364227CEC}" srcOrd="0" destOrd="0" presId="urn:microsoft.com/office/officeart/2005/8/layout/process4"/>
    <dgm:cxn modelId="{0A0A0A27-9300-4921-8B2B-B4379955E4B4}" type="presParOf" srcId="{1C7BF643-DD9B-4B9F-9BAC-2616EEBB1833}" destId="{C4D43190-6018-4A27-A683-104D9C879BF6}" srcOrd="0" destOrd="0" presId="urn:microsoft.com/office/officeart/2005/8/layout/process4"/>
    <dgm:cxn modelId="{FEAF03DB-3A0D-4E4E-A44C-4996DE318BDC}" type="presParOf" srcId="{C4D43190-6018-4A27-A683-104D9C879BF6}" destId="{AA72CBB2-0A55-4429-8641-9BE426970EAB}" srcOrd="0" destOrd="0" presId="urn:microsoft.com/office/officeart/2005/8/layout/process4"/>
    <dgm:cxn modelId="{D0F550D8-9209-46E0-B108-390A9847D661}" type="presParOf" srcId="{C4D43190-6018-4A27-A683-104D9C879BF6}" destId="{572D1439-1E29-4C2A-ABD3-ADD04467D49E}" srcOrd="1" destOrd="0" presId="urn:microsoft.com/office/officeart/2005/8/layout/process4"/>
    <dgm:cxn modelId="{443CC097-7E4C-492F-87A5-4B7039D9096B}" type="presParOf" srcId="{C4D43190-6018-4A27-A683-104D9C879BF6}" destId="{B2202D9C-4F22-4EA0-B5AF-98E07260640F}" srcOrd="2" destOrd="0" presId="urn:microsoft.com/office/officeart/2005/8/layout/process4"/>
    <dgm:cxn modelId="{8AC65509-92A3-487A-A789-9326B8BB09E6}" type="presParOf" srcId="{B2202D9C-4F22-4EA0-B5AF-98E07260640F}" destId="{6898B546-5DCC-48B8-9734-20BE92FDA4D3}" srcOrd="0" destOrd="0" presId="urn:microsoft.com/office/officeart/2005/8/layout/process4"/>
    <dgm:cxn modelId="{10D54C68-AD50-48A6-AEF3-F0842D0AA42E}" type="presParOf" srcId="{B2202D9C-4F22-4EA0-B5AF-98E07260640F}" destId="{7D2BFCCB-DF40-4756-A84B-C462B7466EDC}" srcOrd="1" destOrd="0" presId="urn:microsoft.com/office/officeart/2005/8/layout/process4"/>
    <dgm:cxn modelId="{EDC75F2B-EBF0-4255-9DF1-BBE0BD202AC1}" type="presParOf" srcId="{B2202D9C-4F22-4EA0-B5AF-98E07260640F}" destId="{C8B31222-FE89-437C-87AF-A1019AC184AA}" srcOrd="2" destOrd="0" presId="urn:microsoft.com/office/officeart/2005/8/layout/process4"/>
    <dgm:cxn modelId="{21ACEBEB-21AB-434D-B83E-D1BA59389167}" type="presParOf" srcId="{B2202D9C-4F22-4EA0-B5AF-98E07260640F}" destId="{C310847A-4C3E-4F3D-8BB5-DB04ED3431AB}" srcOrd="3" destOrd="0" presId="urn:microsoft.com/office/officeart/2005/8/layout/process4"/>
    <dgm:cxn modelId="{705412A0-2462-4492-BDFB-184A27874F3D}" type="presParOf" srcId="{B2202D9C-4F22-4EA0-B5AF-98E07260640F}" destId="{D069A730-C628-40FA-9C92-311364227CEC}" srcOrd="4" destOrd="0" presId="urn:microsoft.com/office/officeart/2005/8/layout/process4"/>
    <dgm:cxn modelId="{61ACFA5A-1DE6-490D-B91E-8B6A8345CCB8}" type="presParOf" srcId="{1C7BF643-DD9B-4B9F-9BAC-2616EEBB1833}" destId="{B7470628-245F-465F-8225-3720795A6CAE}" srcOrd="1" destOrd="0" presId="urn:microsoft.com/office/officeart/2005/8/layout/process4"/>
    <dgm:cxn modelId="{93CFEA59-BF85-4E6F-BD64-ABC67B9FC33C}" type="presParOf" srcId="{1C7BF643-DD9B-4B9F-9BAC-2616EEBB1833}" destId="{1C64C2E5-C5DA-4753-8271-48149BD1C6CC}" srcOrd="2" destOrd="0" presId="urn:microsoft.com/office/officeart/2005/8/layout/process4"/>
    <dgm:cxn modelId="{03634DDD-6F48-4E05-AE1B-730CAD15073D}" type="presParOf" srcId="{1C64C2E5-C5DA-4753-8271-48149BD1C6CC}" destId="{92E1A297-B804-4F6B-BF87-2D2309CED249}" srcOrd="0" destOrd="0" presId="urn:microsoft.com/office/officeart/2005/8/layout/process4"/>
    <dgm:cxn modelId="{3AE95094-E4F2-4F6B-84D4-1444B5CF56DC}" type="presParOf" srcId="{1C7BF643-DD9B-4B9F-9BAC-2616EEBB1833}" destId="{7460310F-94DB-4422-A520-DC0DE2C7F08A}" srcOrd="3" destOrd="0" presId="urn:microsoft.com/office/officeart/2005/8/layout/process4"/>
    <dgm:cxn modelId="{6B02856A-5EB5-4CE7-A10D-170F20A224EE}" type="presParOf" srcId="{1C7BF643-DD9B-4B9F-9BAC-2616EEBB1833}" destId="{6206D0F2-52A8-4BA7-9A5D-4BFDC1BDC161}" srcOrd="4" destOrd="0" presId="urn:microsoft.com/office/officeart/2005/8/layout/process4"/>
    <dgm:cxn modelId="{EDFBE565-D341-451F-89CE-D537438A028C}" type="presParOf" srcId="{6206D0F2-52A8-4BA7-9A5D-4BFDC1BDC161}" destId="{50FD35DB-5FB5-4B7C-9726-B20926603334}" srcOrd="0" destOrd="0" presId="urn:microsoft.com/office/officeart/2005/8/layout/process4"/>
    <dgm:cxn modelId="{08B55D29-EF47-46B6-AA36-41C8DE4E3E12}" type="presParOf" srcId="{1C7BF643-DD9B-4B9F-9BAC-2616EEBB1833}" destId="{EFEFDE0C-5E16-43E5-AE05-F4365C3557F6}" srcOrd="5" destOrd="0" presId="urn:microsoft.com/office/officeart/2005/8/layout/process4"/>
    <dgm:cxn modelId="{B23F1BCD-2B0C-4092-A66E-197D6237EF56}" type="presParOf" srcId="{1C7BF643-DD9B-4B9F-9BAC-2616EEBB1833}" destId="{B4ED2274-9357-44E2-A342-3F62C7143CF9}" srcOrd="6" destOrd="0" presId="urn:microsoft.com/office/officeart/2005/8/layout/process4"/>
    <dgm:cxn modelId="{CB9D13B9-9A01-451E-916F-D7D2DD1CAF2C}" type="presParOf" srcId="{B4ED2274-9357-44E2-A342-3F62C7143CF9}" destId="{1BC1D5D7-276B-4DA8-B245-BA398CD75CE0}" srcOrd="0" destOrd="0" presId="urn:microsoft.com/office/officeart/2005/8/layout/process4"/>
    <dgm:cxn modelId="{25E82B72-91A9-464F-97EE-E738DE21A39E}" type="presParOf" srcId="{1C7BF643-DD9B-4B9F-9BAC-2616EEBB1833}" destId="{B2984901-DA4B-4E10-A949-9988F00C31F7}" srcOrd="7" destOrd="0" presId="urn:microsoft.com/office/officeart/2005/8/layout/process4"/>
    <dgm:cxn modelId="{B5F4B16E-D6EB-4CAE-816C-2C4C881BE79A}" type="presParOf" srcId="{1C7BF643-DD9B-4B9F-9BAC-2616EEBB1833}" destId="{DC2E143D-4725-4134-9680-6CF23B4BF70C}" srcOrd="8" destOrd="0" presId="urn:microsoft.com/office/officeart/2005/8/layout/process4"/>
    <dgm:cxn modelId="{6B93C2C6-DA87-40A5-AFD4-99122E788851}" type="presParOf" srcId="{DC2E143D-4725-4134-9680-6CF23B4BF70C}" destId="{651D4386-2D71-4050-9696-F315E8BE374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process4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r>
            <a:rPr lang="es-ES" noProof="1"/>
            <a:t>Gratuito y de código abierto.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  <dgm:t>
        <a:bodyPr/>
        <a:lstStyle/>
        <a:p>
          <a:endParaRPr lang="en-GB"/>
        </a:p>
      </dgm:t>
    </dgm:pt>
    <dgm:pt modelId="{B7AFB897-682C-45D3-BE2E-A78A8CC399F0}">
      <dgm:prSet phldrT="[Text]" phldr="0"/>
      <dgm:spPr/>
      <dgm:t>
        <a:bodyPr/>
        <a:lstStyle/>
        <a:p>
          <a:r>
            <a:rPr lang="es-ES" noProof="1"/>
            <a:t>Buena documentación.</a:t>
          </a:r>
        </a:p>
      </dgm:t>
    </dgm:pt>
    <dgm:pt modelId="{CC61A783-81AC-47C0-A52F-90540F23BC73}" type="parTrans" cxnId="{4C68AE3E-4542-45B1-A22A-8A52FB95E323}">
      <dgm:prSet/>
      <dgm:spPr/>
      <dgm:t>
        <a:bodyPr/>
        <a:lstStyle/>
        <a:p>
          <a:endParaRPr lang="en-GB"/>
        </a:p>
      </dgm:t>
    </dgm:pt>
    <dgm:pt modelId="{587EEB80-AEB3-43E7-818F-EC6E57AF2F36}" type="sibTrans" cxnId="{4C68AE3E-4542-45B1-A22A-8A52FB95E323}">
      <dgm:prSet/>
      <dgm:spPr/>
      <dgm:t>
        <a:bodyPr/>
        <a:lstStyle/>
        <a:p>
          <a:endParaRPr lang="en-GB"/>
        </a:p>
      </dgm:t>
    </dgm:pt>
    <dgm:pt modelId="{2B0FC806-B771-4407-BA68-C53443EFDAFE}">
      <dgm:prSet phldrT="[Text]" phldr="0"/>
      <dgm:spPr/>
      <dgm:t>
        <a:bodyPr/>
        <a:lstStyle/>
        <a:p>
          <a:r>
            <a:rPr lang="es-ES" noProof="1"/>
            <a:t>Nodos, Escenas, GDScript, 2D, 3D. Motor muy ligero.</a:t>
          </a:r>
        </a:p>
      </dgm:t>
    </dgm:pt>
    <dgm:pt modelId="{1DF674CF-5D3C-4091-B5D0-107665A33A5A}" type="parTrans" cxnId="{F850F4C5-65BC-400F-913C-88FC2462D349}">
      <dgm:prSet/>
      <dgm:spPr/>
      <dgm:t>
        <a:bodyPr/>
        <a:lstStyle/>
        <a:p>
          <a:endParaRPr lang="en-GB"/>
        </a:p>
      </dgm:t>
    </dgm:pt>
    <dgm:pt modelId="{1D5B6478-66FD-4AF6-AF44-EF8263F0E061}" type="sibTrans" cxnId="{F850F4C5-65BC-400F-913C-88FC2462D349}">
      <dgm:prSet/>
      <dgm:spPr/>
      <dgm:t>
        <a:bodyPr/>
        <a:lstStyle/>
        <a:p>
          <a:endParaRPr lang="en-GB"/>
        </a:p>
      </dgm:t>
    </dgm:pt>
    <dgm:pt modelId="{1CF8CAFC-3669-413C-A49A-998D166FD579}">
      <dgm:prSet phldrT="[Text]" phldr="0"/>
      <dgm:spPr/>
      <dgm:t>
        <a:bodyPr/>
        <a:lstStyle/>
        <a:p>
          <a:r>
            <a:rPr lang="es-ES" noProof="1"/>
            <a:t>Herramientas out of the box:</a:t>
          </a:r>
        </a:p>
      </dgm:t>
    </dgm:pt>
    <dgm:pt modelId="{3B821CB0-764D-4CE3-AF39-FF9562CBC380}" type="parTrans" cxnId="{05409285-E3AF-4871-BD77-4720B74D3D9C}">
      <dgm:prSet/>
      <dgm:spPr/>
      <dgm:t>
        <a:bodyPr/>
        <a:lstStyle/>
        <a:p>
          <a:endParaRPr lang="en-GB"/>
        </a:p>
      </dgm:t>
    </dgm:pt>
    <dgm:pt modelId="{3F02A150-F471-4457-9797-44245F89A130}" type="sibTrans" cxnId="{05409285-E3AF-4871-BD77-4720B74D3D9C}">
      <dgm:prSet/>
      <dgm:spPr/>
      <dgm:t>
        <a:bodyPr/>
        <a:lstStyle/>
        <a:p>
          <a:endParaRPr lang="en-GB"/>
        </a:p>
      </dgm:t>
    </dgm:pt>
    <dgm:pt modelId="{F324B4A4-D0E5-482A-ABE4-7C655FBC99E7}">
      <dgm:prSet phldrT="[Text]" phldr="0"/>
      <dgm:spPr/>
      <dgm:t>
        <a:bodyPr/>
        <a:lstStyle/>
        <a:p>
          <a:pPr>
            <a:buNone/>
          </a:pPr>
          <a:r>
            <a:rPr lang="es-ES" noProof="1"/>
            <a:t>Sprite2D</a:t>
          </a:r>
        </a:p>
      </dgm:t>
    </dgm:pt>
    <dgm:pt modelId="{5D555EE6-2BE4-4E5C-A455-765D40D4AA8F}" type="parTrans" cxnId="{9450A27A-9179-4828-B150-691D8E32864C}">
      <dgm:prSet/>
      <dgm:spPr/>
      <dgm:t>
        <a:bodyPr/>
        <a:lstStyle/>
        <a:p>
          <a:endParaRPr lang="en-GB"/>
        </a:p>
      </dgm:t>
    </dgm:pt>
    <dgm:pt modelId="{3193E146-B680-4100-AA00-50AD9C750206}" type="sibTrans" cxnId="{9450A27A-9179-4828-B150-691D8E32864C}">
      <dgm:prSet/>
      <dgm:spPr/>
      <dgm:t>
        <a:bodyPr/>
        <a:lstStyle/>
        <a:p>
          <a:endParaRPr lang="en-GB"/>
        </a:p>
      </dgm:t>
    </dgm:pt>
    <dgm:pt modelId="{0F7C4E22-0A47-4330-98BF-EC87A8366D9E}">
      <dgm:prSet phldrT="[Text]" phldr="0"/>
      <dgm:spPr/>
      <dgm:t>
        <a:bodyPr/>
        <a:lstStyle/>
        <a:p>
          <a:pPr>
            <a:buNone/>
          </a:pPr>
          <a:r>
            <a:rPr lang="es-ES" noProof="1"/>
            <a:t>AnimatedSprite2D</a:t>
          </a:r>
        </a:p>
      </dgm:t>
    </dgm:pt>
    <dgm:pt modelId="{83CED255-D7A4-418D-92CD-5D63812D0A25}" type="parTrans" cxnId="{1C09E0C6-C7EB-46CA-B3BD-22653A9AE911}">
      <dgm:prSet/>
      <dgm:spPr/>
      <dgm:t>
        <a:bodyPr/>
        <a:lstStyle/>
        <a:p>
          <a:endParaRPr lang="en-GB"/>
        </a:p>
      </dgm:t>
    </dgm:pt>
    <dgm:pt modelId="{8760D209-FFDD-493F-9E3B-39D63B53CB04}" type="sibTrans" cxnId="{1C09E0C6-C7EB-46CA-B3BD-22653A9AE911}">
      <dgm:prSet/>
      <dgm:spPr/>
      <dgm:t>
        <a:bodyPr/>
        <a:lstStyle/>
        <a:p>
          <a:endParaRPr lang="en-GB"/>
        </a:p>
      </dgm:t>
    </dgm:pt>
    <dgm:pt modelId="{4C505333-42C7-47EE-9651-672FC27E2227}">
      <dgm:prSet phldrT="[Text]" phldr="0"/>
      <dgm:spPr/>
      <dgm:t>
        <a:bodyPr/>
        <a:lstStyle/>
        <a:p>
          <a:pPr>
            <a:buNone/>
          </a:pPr>
          <a:r>
            <a:rPr lang="es-ES" noProof="1"/>
            <a:t>TileMap</a:t>
          </a:r>
        </a:p>
      </dgm:t>
    </dgm:pt>
    <dgm:pt modelId="{CC7F15FB-1478-4BC8-9470-F1BC0022CB2C}" type="parTrans" cxnId="{A7F13049-D8AB-47A2-85AB-AA0E2ED700B5}">
      <dgm:prSet/>
      <dgm:spPr/>
      <dgm:t>
        <a:bodyPr/>
        <a:lstStyle/>
        <a:p>
          <a:endParaRPr lang="en-GB"/>
        </a:p>
      </dgm:t>
    </dgm:pt>
    <dgm:pt modelId="{7F0082F2-A484-49CF-B542-8281BD70FE81}" type="sibTrans" cxnId="{A7F13049-D8AB-47A2-85AB-AA0E2ED700B5}">
      <dgm:prSet/>
      <dgm:spPr/>
      <dgm:t>
        <a:bodyPr/>
        <a:lstStyle/>
        <a:p>
          <a:endParaRPr lang="en-GB"/>
        </a:p>
      </dgm:t>
    </dgm:pt>
    <dgm:pt modelId="{CD8A6326-F511-4695-83FE-FA8185F48799}">
      <dgm:prSet phldrT="[Text]" phldr="0"/>
      <dgm:spPr/>
      <dgm:t>
        <a:bodyPr/>
        <a:lstStyle/>
        <a:p>
          <a:pPr>
            <a:buNone/>
          </a:pPr>
          <a:r>
            <a:rPr lang="es-ES" noProof="1"/>
            <a:t>AnimationPlayer</a:t>
          </a:r>
        </a:p>
      </dgm:t>
    </dgm:pt>
    <dgm:pt modelId="{9995F47E-87F2-469E-A1F5-134E14DEC9BE}" type="parTrans" cxnId="{74F7B738-803E-4DAB-89D1-93F01731BDCD}">
      <dgm:prSet/>
      <dgm:spPr/>
      <dgm:t>
        <a:bodyPr/>
        <a:lstStyle/>
        <a:p>
          <a:endParaRPr lang="en-GB"/>
        </a:p>
      </dgm:t>
    </dgm:pt>
    <dgm:pt modelId="{045C2BB4-73AF-4F4D-B9FF-9FC8BF03CB97}" type="sibTrans" cxnId="{74F7B738-803E-4DAB-89D1-93F01731BDCD}">
      <dgm:prSet/>
      <dgm:spPr/>
      <dgm:t>
        <a:bodyPr/>
        <a:lstStyle/>
        <a:p>
          <a:endParaRPr lang="en-GB"/>
        </a:p>
      </dgm:t>
    </dgm:pt>
    <dgm:pt modelId="{6D28CBB6-F235-4DEC-8BF5-87F0606BDAE2}">
      <dgm:prSet phldrT="[Text]" phldr="0"/>
      <dgm:spPr/>
      <dgm:t>
        <a:bodyPr/>
        <a:lstStyle/>
        <a:p>
          <a:pPr>
            <a:buNone/>
          </a:pPr>
          <a:r>
            <a:rPr lang="es-ES" noProof="1"/>
            <a:t>Sistema de señales</a:t>
          </a:r>
        </a:p>
      </dgm:t>
    </dgm:pt>
    <dgm:pt modelId="{65A6D3DD-7CA2-4D02-87A7-7C94EE14DE3E}" type="parTrans" cxnId="{4B003C06-EB66-469E-9134-551613549FD1}">
      <dgm:prSet/>
      <dgm:spPr/>
      <dgm:t>
        <a:bodyPr/>
        <a:lstStyle/>
        <a:p>
          <a:endParaRPr lang="en-GB"/>
        </a:p>
      </dgm:t>
    </dgm:pt>
    <dgm:pt modelId="{C04A87CA-7D86-4F2F-8F81-8E291EB2B71D}" type="sibTrans" cxnId="{4B003C06-EB66-469E-9134-551613549FD1}">
      <dgm:prSet/>
      <dgm:spPr/>
      <dgm:t>
        <a:bodyPr/>
        <a:lstStyle/>
        <a:p>
          <a:endParaRPr lang="en-GB"/>
        </a:p>
      </dgm:t>
    </dgm:pt>
    <dgm:pt modelId="{AF649911-C1F3-4A51-9EF1-C30B303FA16B}">
      <dgm:prSet phldrT="[Text]" phldr="0"/>
      <dgm:spPr/>
      <dgm:t>
        <a:bodyPr/>
        <a:lstStyle/>
        <a:p>
          <a:r>
            <a:rPr lang="es-ES" noProof="1"/>
            <a:t>Buena comunidad.</a:t>
          </a:r>
        </a:p>
      </dgm:t>
    </dgm:pt>
    <dgm:pt modelId="{1F3FA8A0-F658-4E68-9A80-47D0538EFCC1}" type="parTrans" cxnId="{B6642AAD-5747-4D83-BFF8-D2F49EF029B5}">
      <dgm:prSet/>
      <dgm:spPr/>
      <dgm:t>
        <a:bodyPr/>
        <a:lstStyle/>
        <a:p>
          <a:endParaRPr lang="en-GB"/>
        </a:p>
      </dgm:t>
    </dgm:pt>
    <dgm:pt modelId="{9EE19A15-011B-4930-AD9B-B22C140D390E}" type="sibTrans" cxnId="{B6642AAD-5747-4D83-BFF8-D2F49EF029B5}">
      <dgm:prSet/>
      <dgm:spPr/>
      <dgm:t>
        <a:bodyPr/>
        <a:lstStyle/>
        <a:p>
          <a:endParaRPr lang="en-GB"/>
        </a:p>
      </dgm:t>
    </dgm:pt>
    <dgm:pt modelId="{5A3A4A03-F536-420C-9DB0-BD22C425DD60}">
      <dgm:prSet phldrT="[Text]" phldr="0"/>
      <dgm:spPr/>
      <dgm:t>
        <a:bodyPr/>
        <a:lstStyle/>
        <a:p>
          <a:pPr>
            <a:buNone/>
          </a:pPr>
          <a:r>
            <a:rPr lang="es-ES" noProof="1"/>
            <a:t>Visual Shaders</a:t>
          </a:r>
        </a:p>
      </dgm:t>
    </dgm:pt>
    <dgm:pt modelId="{55E5A58D-3C9D-4D25-9039-8A92DDA1866A}" type="parTrans" cxnId="{BCF6150B-A71E-4326-B0BC-BC2047B4D29B}">
      <dgm:prSet/>
      <dgm:spPr/>
      <dgm:t>
        <a:bodyPr/>
        <a:lstStyle/>
        <a:p>
          <a:endParaRPr lang="en-GB"/>
        </a:p>
      </dgm:t>
    </dgm:pt>
    <dgm:pt modelId="{6C1AC0E9-EC9E-4E12-A31C-85C905D39232}" type="sibTrans" cxnId="{BCF6150B-A71E-4326-B0BC-BC2047B4D29B}">
      <dgm:prSet/>
      <dgm:spPr/>
      <dgm:t>
        <a:bodyPr/>
        <a:lstStyle/>
        <a:p>
          <a:endParaRPr lang="en-GB"/>
        </a:p>
      </dgm:t>
    </dgm:pt>
    <dgm:pt modelId="{30F0E6DF-2139-4C2D-B669-0DB66A0C6232}">
      <dgm:prSet phldrT="[Text]" phldr="0"/>
      <dgm:spPr/>
      <dgm:t>
        <a:bodyPr/>
        <a:lstStyle/>
        <a:p>
          <a:r>
            <a:rPr lang="es-ES" noProof="1"/>
            <a:t>AssetLib</a:t>
          </a:r>
        </a:p>
      </dgm:t>
    </dgm:pt>
    <dgm:pt modelId="{BE17C267-C3A3-46BA-8AE0-74AA76F21BCD}" type="parTrans" cxnId="{E5692AEA-F9C2-4B3E-B4E1-262A3A4CB77D}">
      <dgm:prSet/>
      <dgm:spPr/>
      <dgm:t>
        <a:bodyPr/>
        <a:lstStyle/>
        <a:p>
          <a:endParaRPr lang="en-GB"/>
        </a:p>
      </dgm:t>
    </dgm:pt>
    <dgm:pt modelId="{D8DD5F60-3E84-4373-9BAE-18F07FB2C137}" type="sibTrans" cxnId="{E5692AEA-F9C2-4B3E-B4E1-262A3A4CB77D}">
      <dgm:prSet/>
      <dgm:spPr/>
      <dgm:t>
        <a:bodyPr/>
        <a:lstStyle/>
        <a:p>
          <a:endParaRPr lang="en-GB"/>
        </a:p>
      </dgm:t>
    </dgm:pt>
    <dgm:pt modelId="{1C7BF643-DD9B-4B9F-9BAC-2616EEBB1833}" type="pres">
      <dgm:prSet presAssocID="{BDB7CC9A-3BD2-4AAD-A511-80954914245A}" presName="Name0" presStyleCnt="0">
        <dgm:presLayoutVars>
          <dgm:dir/>
          <dgm:animLvl val="lvl"/>
          <dgm:resizeHandles val="exact"/>
        </dgm:presLayoutVars>
      </dgm:prSet>
      <dgm:spPr/>
    </dgm:pt>
    <dgm:pt modelId="{C4D43190-6018-4A27-A683-104D9C879BF6}" type="pres">
      <dgm:prSet presAssocID="{1CF8CAFC-3669-413C-A49A-998D166FD579}" presName="boxAndChildren" presStyleCnt="0"/>
      <dgm:spPr/>
    </dgm:pt>
    <dgm:pt modelId="{AA72CBB2-0A55-4429-8641-9BE426970EAB}" type="pres">
      <dgm:prSet presAssocID="{1CF8CAFC-3669-413C-A49A-998D166FD579}" presName="parentTextBox" presStyleLbl="node1" presStyleIdx="0" presStyleCnt="5"/>
      <dgm:spPr/>
    </dgm:pt>
    <dgm:pt modelId="{572D1439-1E29-4C2A-ABD3-ADD04467D49E}" type="pres">
      <dgm:prSet presAssocID="{1CF8CAFC-3669-413C-A49A-998D166FD579}" presName="entireBox" presStyleLbl="node1" presStyleIdx="0" presStyleCnt="5"/>
      <dgm:spPr/>
    </dgm:pt>
    <dgm:pt modelId="{B2202D9C-4F22-4EA0-B5AF-98E07260640F}" type="pres">
      <dgm:prSet presAssocID="{1CF8CAFC-3669-413C-A49A-998D166FD579}" presName="descendantBox" presStyleCnt="0"/>
      <dgm:spPr/>
    </dgm:pt>
    <dgm:pt modelId="{6898B546-5DCC-48B8-9734-20BE92FDA4D3}" type="pres">
      <dgm:prSet presAssocID="{F324B4A4-D0E5-482A-ABE4-7C655FBC99E7}" presName="childTextBox" presStyleLbl="fgAccFollowNode1" presStyleIdx="0" presStyleCnt="7">
        <dgm:presLayoutVars>
          <dgm:bulletEnabled val="1"/>
        </dgm:presLayoutVars>
      </dgm:prSet>
      <dgm:spPr/>
    </dgm:pt>
    <dgm:pt modelId="{7D2BFCCB-DF40-4756-A84B-C462B7466EDC}" type="pres">
      <dgm:prSet presAssocID="{0F7C4E22-0A47-4330-98BF-EC87A8366D9E}" presName="childTextBox" presStyleLbl="fgAccFollowNode1" presStyleIdx="1" presStyleCnt="7">
        <dgm:presLayoutVars>
          <dgm:bulletEnabled val="1"/>
        </dgm:presLayoutVars>
      </dgm:prSet>
      <dgm:spPr/>
    </dgm:pt>
    <dgm:pt modelId="{C8B31222-FE89-437C-87AF-A1019AC184AA}" type="pres">
      <dgm:prSet presAssocID="{4C505333-42C7-47EE-9651-672FC27E2227}" presName="childTextBox" presStyleLbl="fgAccFollowNode1" presStyleIdx="2" presStyleCnt="7">
        <dgm:presLayoutVars>
          <dgm:bulletEnabled val="1"/>
        </dgm:presLayoutVars>
      </dgm:prSet>
      <dgm:spPr/>
    </dgm:pt>
    <dgm:pt modelId="{C310847A-4C3E-4F3D-8BB5-DB04ED3431AB}" type="pres">
      <dgm:prSet presAssocID="{CD8A6326-F511-4695-83FE-FA8185F48799}" presName="childTextBox" presStyleLbl="fgAccFollowNode1" presStyleIdx="3" presStyleCnt="7">
        <dgm:presLayoutVars>
          <dgm:bulletEnabled val="1"/>
        </dgm:presLayoutVars>
      </dgm:prSet>
      <dgm:spPr/>
    </dgm:pt>
    <dgm:pt modelId="{D069A730-C628-40FA-9C92-311364227CEC}" type="pres">
      <dgm:prSet presAssocID="{6D28CBB6-F235-4DEC-8BF5-87F0606BDAE2}" presName="childTextBox" presStyleLbl="fgAccFollowNode1" presStyleIdx="4" presStyleCnt="7">
        <dgm:presLayoutVars>
          <dgm:bulletEnabled val="1"/>
        </dgm:presLayoutVars>
      </dgm:prSet>
      <dgm:spPr/>
    </dgm:pt>
    <dgm:pt modelId="{33995FC2-3D86-4EAF-A1AC-8CA8B6344FB9}" type="pres">
      <dgm:prSet presAssocID="{5A3A4A03-F536-420C-9DB0-BD22C425DD60}" presName="childTextBox" presStyleLbl="fgAccFollowNode1" presStyleIdx="5" presStyleCnt="7">
        <dgm:presLayoutVars>
          <dgm:bulletEnabled val="1"/>
        </dgm:presLayoutVars>
      </dgm:prSet>
      <dgm:spPr/>
    </dgm:pt>
    <dgm:pt modelId="{54B20FDB-E6C2-49DB-BA31-C70BF48C305B}" type="pres">
      <dgm:prSet presAssocID="{30F0E6DF-2139-4C2D-B669-0DB66A0C6232}" presName="childTextBox" presStyleLbl="fgAccFollowNode1" presStyleIdx="6" presStyleCnt="7">
        <dgm:presLayoutVars>
          <dgm:bulletEnabled val="1"/>
        </dgm:presLayoutVars>
      </dgm:prSet>
      <dgm:spPr/>
    </dgm:pt>
    <dgm:pt modelId="{B7470628-245F-465F-8225-3720795A6CAE}" type="pres">
      <dgm:prSet presAssocID="{1D5B6478-66FD-4AF6-AF44-EF8263F0E061}" presName="sp" presStyleCnt="0"/>
      <dgm:spPr/>
    </dgm:pt>
    <dgm:pt modelId="{1C64C2E5-C5DA-4753-8271-48149BD1C6CC}" type="pres">
      <dgm:prSet presAssocID="{2B0FC806-B771-4407-BA68-C53443EFDAFE}" presName="arrowAndChildren" presStyleCnt="0"/>
      <dgm:spPr/>
    </dgm:pt>
    <dgm:pt modelId="{92E1A297-B804-4F6B-BF87-2D2309CED249}" type="pres">
      <dgm:prSet presAssocID="{2B0FC806-B771-4407-BA68-C53443EFDAFE}" presName="parentTextArrow" presStyleLbl="node1" presStyleIdx="1" presStyleCnt="5"/>
      <dgm:spPr/>
    </dgm:pt>
    <dgm:pt modelId="{0D4982B7-E04A-4CAD-A366-0EC5FE4F6DE6}" type="pres">
      <dgm:prSet presAssocID="{9EE19A15-011B-4930-AD9B-B22C140D390E}" presName="sp" presStyleCnt="0"/>
      <dgm:spPr/>
    </dgm:pt>
    <dgm:pt modelId="{126100AE-D902-4282-92EF-35C7C93F4143}" type="pres">
      <dgm:prSet presAssocID="{AF649911-C1F3-4A51-9EF1-C30B303FA16B}" presName="arrowAndChildren" presStyleCnt="0"/>
      <dgm:spPr/>
    </dgm:pt>
    <dgm:pt modelId="{ED1E5FAB-42DE-4CF5-91C0-5DA007661D2B}" type="pres">
      <dgm:prSet presAssocID="{AF649911-C1F3-4A51-9EF1-C30B303FA16B}" presName="parentTextArrow" presStyleLbl="node1" presStyleIdx="2" presStyleCnt="5"/>
      <dgm:spPr/>
    </dgm:pt>
    <dgm:pt modelId="{7460310F-94DB-4422-A520-DC0DE2C7F08A}" type="pres">
      <dgm:prSet presAssocID="{587EEB80-AEB3-43E7-818F-EC6E57AF2F36}" presName="sp" presStyleCnt="0"/>
      <dgm:spPr/>
    </dgm:pt>
    <dgm:pt modelId="{6206D0F2-52A8-4BA7-9A5D-4BFDC1BDC161}" type="pres">
      <dgm:prSet presAssocID="{B7AFB897-682C-45D3-BE2E-A78A8CC399F0}" presName="arrowAndChildren" presStyleCnt="0"/>
      <dgm:spPr/>
    </dgm:pt>
    <dgm:pt modelId="{50FD35DB-5FB5-4B7C-9726-B20926603334}" type="pres">
      <dgm:prSet presAssocID="{B7AFB897-682C-45D3-BE2E-A78A8CC399F0}" presName="parentTextArrow" presStyleLbl="node1" presStyleIdx="3" presStyleCnt="5"/>
      <dgm:spPr/>
    </dgm:pt>
    <dgm:pt modelId="{B2984901-DA4B-4E10-A949-9988F00C31F7}" type="pres">
      <dgm:prSet presAssocID="{DA387523-BE3A-4A63-8456-FEEAC7793000}" presName="sp" presStyleCnt="0"/>
      <dgm:spPr/>
    </dgm:pt>
    <dgm:pt modelId="{DC2E143D-4725-4134-9680-6CF23B4BF70C}" type="pres">
      <dgm:prSet presAssocID="{E50859AA-9BD3-42D2-947F-048133AAFB4B}" presName="arrowAndChildren" presStyleCnt="0"/>
      <dgm:spPr/>
    </dgm:pt>
    <dgm:pt modelId="{651D4386-2D71-4050-9696-F315E8BE374A}" type="pres">
      <dgm:prSet presAssocID="{E50859AA-9BD3-42D2-947F-048133AAFB4B}" presName="parentTextArrow" presStyleLbl="node1" presStyleIdx="4" presStyleCnt="5"/>
      <dgm:spPr/>
    </dgm:pt>
  </dgm:ptLst>
  <dgm:cxnLst>
    <dgm:cxn modelId="{4B003C06-EB66-469E-9134-551613549FD1}" srcId="{1CF8CAFC-3669-413C-A49A-998D166FD579}" destId="{6D28CBB6-F235-4DEC-8BF5-87F0606BDAE2}" srcOrd="4" destOrd="0" parTransId="{65A6D3DD-7CA2-4D02-87A7-7C94EE14DE3E}" sibTransId="{C04A87CA-7D86-4F2F-8F81-8E291EB2B71D}"/>
    <dgm:cxn modelId="{22714706-34F5-44FD-9738-14FAC5F06E67}" type="presOf" srcId="{CD8A6326-F511-4695-83FE-FA8185F48799}" destId="{C310847A-4C3E-4F3D-8BB5-DB04ED3431AB}" srcOrd="0" destOrd="0" presId="urn:microsoft.com/office/officeart/2005/8/layout/process4"/>
    <dgm:cxn modelId="{BCF6150B-A71E-4326-B0BC-BC2047B4D29B}" srcId="{1CF8CAFC-3669-413C-A49A-998D166FD579}" destId="{5A3A4A03-F536-420C-9DB0-BD22C425DD60}" srcOrd="5" destOrd="0" parTransId="{55E5A58D-3C9D-4D25-9039-8A92DDA1866A}" sibTransId="{6C1AC0E9-EC9E-4E12-A31C-85C905D39232}"/>
    <dgm:cxn modelId="{497D3818-FA69-41CB-A6DB-5462A49A5ECD}" type="presOf" srcId="{5A3A4A03-F536-420C-9DB0-BD22C425DD60}" destId="{33995FC2-3D86-4EAF-A1AC-8CA8B6344FB9}" srcOrd="0" destOrd="0" presId="urn:microsoft.com/office/officeart/2005/8/layout/process4"/>
    <dgm:cxn modelId="{25B3152C-4B71-4EA0-8358-6BB5846F53A4}" type="presOf" srcId="{4C505333-42C7-47EE-9651-672FC27E2227}" destId="{C8B31222-FE89-437C-87AF-A1019AC184AA}" srcOrd="0" destOrd="0" presId="urn:microsoft.com/office/officeart/2005/8/layout/process4"/>
    <dgm:cxn modelId="{74F7B738-803E-4DAB-89D1-93F01731BDCD}" srcId="{1CF8CAFC-3669-413C-A49A-998D166FD579}" destId="{CD8A6326-F511-4695-83FE-FA8185F48799}" srcOrd="3" destOrd="0" parTransId="{9995F47E-87F2-469E-A1F5-134E14DEC9BE}" sibTransId="{045C2BB4-73AF-4F4D-B9FF-9FC8BF03CB97}"/>
    <dgm:cxn modelId="{4C68AE3E-4542-45B1-A22A-8A52FB95E323}" srcId="{BDB7CC9A-3BD2-4AAD-A511-80954914245A}" destId="{B7AFB897-682C-45D3-BE2E-A78A8CC399F0}" srcOrd="1" destOrd="0" parTransId="{CC61A783-81AC-47C0-A52F-90540F23BC73}" sibTransId="{587EEB80-AEB3-43E7-818F-EC6E57AF2F36}"/>
    <dgm:cxn modelId="{7F718260-1C4D-4C3F-B14E-E8C233E91E03}" type="presOf" srcId="{0F7C4E22-0A47-4330-98BF-EC87A8366D9E}" destId="{7D2BFCCB-DF40-4756-A84B-C462B7466EDC}" srcOrd="0" destOrd="0" presId="urn:microsoft.com/office/officeart/2005/8/layout/process4"/>
    <dgm:cxn modelId="{A7F13049-D8AB-47A2-85AB-AA0E2ED700B5}" srcId="{1CF8CAFC-3669-413C-A49A-998D166FD579}" destId="{4C505333-42C7-47EE-9651-672FC27E2227}" srcOrd="2" destOrd="0" parTransId="{CC7F15FB-1478-4BC8-9470-F1BC0022CB2C}" sibTransId="{7F0082F2-A484-49CF-B542-8281BD70FE81}"/>
    <dgm:cxn modelId="{07CBBD59-6831-4BDA-B33F-B4C52AE629A0}" type="presOf" srcId="{30F0E6DF-2139-4C2D-B669-0DB66A0C6232}" destId="{54B20FDB-E6C2-49DB-BA31-C70BF48C305B}" srcOrd="0" destOrd="0" presId="urn:microsoft.com/office/officeart/2005/8/layout/process4"/>
    <dgm:cxn modelId="{9450A27A-9179-4828-B150-691D8E32864C}" srcId="{1CF8CAFC-3669-413C-A49A-998D166FD579}" destId="{F324B4A4-D0E5-482A-ABE4-7C655FBC99E7}" srcOrd="0" destOrd="0" parTransId="{5D555EE6-2BE4-4E5C-A455-765D40D4AA8F}" sibTransId="{3193E146-B680-4100-AA00-50AD9C750206}"/>
    <dgm:cxn modelId="{57F9B184-AA92-48A1-9B8E-CCA894B9BA0C}" type="presOf" srcId="{1CF8CAFC-3669-413C-A49A-998D166FD579}" destId="{572D1439-1E29-4C2A-ABD3-ADD04467D49E}" srcOrd="1" destOrd="0" presId="urn:microsoft.com/office/officeart/2005/8/layout/process4"/>
    <dgm:cxn modelId="{05409285-E3AF-4871-BD77-4720B74D3D9C}" srcId="{BDB7CC9A-3BD2-4AAD-A511-80954914245A}" destId="{1CF8CAFC-3669-413C-A49A-998D166FD579}" srcOrd="4" destOrd="0" parTransId="{3B821CB0-764D-4CE3-AF39-FF9562CBC380}" sibTransId="{3F02A150-F471-4457-9797-44245F89A130}"/>
    <dgm:cxn modelId="{0DA815AD-B8A9-4CA0-B7CC-E26EDC3EEB8C}" type="presOf" srcId="{AF649911-C1F3-4A51-9EF1-C30B303FA16B}" destId="{ED1E5FAB-42DE-4CF5-91C0-5DA007661D2B}" srcOrd="0" destOrd="0" presId="urn:microsoft.com/office/officeart/2005/8/layout/process4"/>
    <dgm:cxn modelId="{B6642AAD-5747-4D83-BFF8-D2F49EF029B5}" srcId="{BDB7CC9A-3BD2-4AAD-A511-80954914245A}" destId="{AF649911-C1F3-4A51-9EF1-C30B303FA16B}" srcOrd="2" destOrd="0" parTransId="{1F3FA8A0-F658-4E68-9A80-47D0538EFCC1}" sibTransId="{9EE19A15-011B-4930-AD9B-B22C140D390E}"/>
    <dgm:cxn modelId="{BDB0A1B8-3B0D-471C-B7A2-522E5D5ED5BE}" type="presOf" srcId="{2B0FC806-B771-4407-BA68-C53443EFDAFE}" destId="{92E1A297-B804-4F6B-BF87-2D2309CED249}" srcOrd="0" destOrd="0" presId="urn:microsoft.com/office/officeart/2005/8/layout/process4"/>
    <dgm:cxn modelId="{F850F4C5-65BC-400F-913C-88FC2462D349}" srcId="{BDB7CC9A-3BD2-4AAD-A511-80954914245A}" destId="{2B0FC806-B771-4407-BA68-C53443EFDAFE}" srcOrd="3" destOrd="0" parTransId="{1DF674CF-5D3C-4091-B5D0-107665A33A5A}" sibTransId="{1D5B6478-66FD-4AF6-AF44-EF8263F0E061}"/>
    <dgm:cxn modelId="{1C09E0C6-C7EB-46CA-B3BD-22653A9AE911}" srcId="{1CF8CAFC-3669-413C-A49A-998D166FD579}" destId="{0F7C4E22-0A47-4330-98BF-EC87A8366D9E}" srcOrd="1" destOrd="0" parTransId="{83CED255-D7A4-418D-92CD-5D63812D0A25}" sibTransId="{8760D209-FFDD-493F-9E3B-39D63B53CB04}"/>
    <dgm:cxn modelId="{3AB325CA-39A0-41AD-9190-3B9933A97D74}" type="presOf" srcId="{B7AFB897-682C-45D3-BE2E-A78A8CC399F0}" destId="{50FD35DB-5FB5-4B7C-9726-B20926603334}" srcOrd="0" destOrd="0" presId="urn:microsoft.com/office/officeart/2005/8/layout/process4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62D59AE4-656B-402A-A4BD-0AFDD0CCB979}" type="presOf" srcId="{BDB7CC9A-3BD2-4AAD-A511-80954914245A}" destId="{1C7BF643-DD9B-4B9F-9BAC-2616EEBB1833}" srcOrd="0" destOrd="0" presId="urn:microsoft.com/office/officeart/2005/8/layout/process4"/>
    <dgm:cxn modelId="{E5692AEA-F9C2-4B3E-B4E1-262A3A4CB77D}" srcId="{1CF8CAFC-3669-413C-A49A-998D166FD579}" destId="{30F0E6DF-2139-4C2D-B669-0DB66A0C6232}" srcOrd="6" destOrd="0" parTransId="{BE17C267-C3A3-46BA-8AE0-74AA76F21BCD}" sibTransId="{D8DD5F60-3E84-4373-9BAE-18F07FB2C137}"/>
    <dgm:cxn modelId="{9FB733ED-35FE-4E13-B92C-8D6F3DC0AF2F}" type="presOf" srcId="{E50859AA-9BD3-42D2-947F-048133AAFB4B}" destId="{651D4386-2D71-4050-9696-F315E8BE374A}" srcOrd="0" destOrd="0" presId="urn:microsoft.com/office/officeart/2005/8/layout/process4"/>
    <dgm:cxn modelId="{EAE642ED-458F-42AE-815B-0697F62A68EF}" type="presOf" srcId="{F324B4A4-D0E5-482A-ABE4-7C655FBC99E7}" destId="{6898B546-5DCC-48B8-9734-20BE92FDA4D3}" srcOrd="0" destOrd="0" presId="urn:microsoft.com/office/officeart/2005/8/layout/process4"/>
    <dgm:cxn modelId="{0D2354ED-6C5A-4FA2-B058-6C660A6A649D}" type="presOf" srcId="{1CF8CAFC-3669-413C-A49A-998D166FD579}" destId="{AA72CBB2-0A55-4429-8641-9BE426970EAB}" srcOrd="0" destOrd="0" presId="urn:microsoft.com/office/officeart/2005/8/layout/process4"/>
    <dgm:cxn modelId="{70D3C3FA-2BEE-474C-8B4B-77843A0FC151}" type="presOf" srcId="{6D28CBB6-F235-4DEC-8BF5-87F0606BDAE2}" destId="{D069A730-C628-40FA-9C92-311364227CEC}" srcOrd="0" destOrd="0" presId="urn:microsoft.com/office/officeart/2005/8/layout/process4"/>
    <dgm:cxn modelId="{0A0A0A27-9300-4921-8B2B-B4379955E4B4}" type="presParOf" srcId="{1C7BF643-DD9B-4B9F-9BAC-2616EEBB1833}" destId="{C4D43190-6018-4A27-A683-104D9C879BF6}" srcOrd="0" destOrd="0" presId="urn:microsoft.com/office/officeart/2005/8/layout/process4"/>
    <dgm:cxn modelId="{FEAF03DB-3A0D-4E4E-A44C-4996DE318BDC}" type="presParOf" srcId="{C4D43190-6018-4A27-A683-104D9C879BF6}" destId="{AA72CBB2-0A55-4429-8641-9BE426970EAB}" srcOrd="0" destOrd="0" presId="urn:microsoft.com/office/officeart/2005/8/layout/process4"/>
    <dgm:cxn modelId="{D0F550D8-9209-46E0-B108-390A9847D661}" type="presParOf" srcId="{C4D43190-6018-4A27-A683-104D9C879BF6}" destId="{572D1439-1E29-4C2A-ABD3-ADD04467D49E}" srcOrd="1" destOrd="0" presId="urn:microsoft.com/office/officeart/2005/8/layout/process4"/>
    <dgm:cxn modelId="{443CC097-7E4C-492F-87A5-4B7039D9096B}" type="presParOf" srcId="{C4D43190-6018-4A27-A683-104D9C879BF6}" destId="{B2202D9C-4F22-4EA0-B5AF-98E07260640F}" srcOrd="2" destOrd="0" presId="urn:microsoft.com/office/officeart/2005/8/layout/process4"/>
    <dgm:cxn modelId="{8AC65509-92A3-487A-A789-9326B8BB09E6}" type="presParOf" srcId="{B2202D9C-4F22-4EA0-B5AF-98E07260640F}" destId="{6898B546-5DCC-48B8-9734-20BE92FDA4D3}" srcOrd="0" destOrd="0" presId="urn:microsoft.com/office/officeart/2005/8/layout/process4"/>
    <dgm:cxn modelId="{10D54C68-AD50-48A6-AEF3-F0842D0AA42E}" type="presParOf" srcId="{B2202D9C-4F22-4EA0-B5AF-98E07260640F}" destId="{7D2BFCCB-DF40-4756-A84B-C462B7466EDC}" srcOrd="1" destOrd="0" presId="urn:microsoft.com/office/officeart/2005/8/layout/process4"/>
    <dgm:cxn modelId="{EDC75F2B-EBF0-4255-9DF1-BBE0BD202AC1}" type="presParOf" srcId="{B2202D9C-4F22-4EA0-B5AF-98E07260640F}" destId="{C8B31222-FE89-437C-87AF-A1019AC184AA}" srcOrd="2" destOrd="0" presId="urn:microsoft.com/office/officeart/2005/8/layout/process4"/>
    <dgm:cxn modelId="{21ACEBEB-21AB-434D-B83E-D1BA59389167}" type="presParOf" srcId="{B2202D9C-4F22-4EA0-B5AF-98E07260640F}" destId="{C310847A-4C3E-4F3D-8BB5-DB04ED3431AB}" srcOrd="3" destOrd="0" presId="urn:microsoft.com/office/officeart/2005/8/layout/process4"/>
    <dgm:cxn modelId="{705412A0-2462-4492-BDFB-184A27874F3D}" type="presParOf" srcId="{B2202D9C-4F22-4EA0-B5AF-98E07260640F}" destId="{D069A730-C628-40FA-9C92-311364227CEC}" srcOrd="4" destOrd="0" presId="urn:microsoft.com/office/officeart/2005/8/layout/process4"/>
    <dgm:cxn modelId="{848A65E4-D156-4489-8826-0CE779063944}" type="presParOf" srcId="{B2202D9C-4F22-4EA0-B5AF-98E07260640F}" destId="{33995FC2-3D86-4EAF-A1AC-8CA8B6344FB9}" srcOrd="5" destOrd="0" presId="urn:microsoft.com/office/officeart/2005/8/layout/process4"/>
    <dgm:cxn modelId="{1FBEA9C4-6A5E-407D-ACE0-91DEC43E49E1}" type="presParOf" srcId="{B2202D9C-4F22-4EA0-B5AF-98E07260640F}" destId="{54B20FDB-E6C2-49DB-BA31-C70BF48C305B}" srcOrd="6" destOrd="0" presId="urn:microsoft.com/office/officeart/2005/8/layout/process4"/>
    <dgm:cxn modelId="{61ACFA5A-1DE6-490D-B91E-8B6A8345CCB8}" type="presParOf" srcId="{1C7BF643-DD9B-4B9F-9BAC-2616EEBB1833}" destId="{B7470628-245F-465F-8225-3720795A6CAE}" srcOrd="1" destOrd="0" presId="urn:microsoft.com/office/officeart/2005/8/layout/process4"/>
    <dgm:cxn modelId="{93CFEA59-BF85-4E6F-BD64-ABC67B9FC33C}" type="presParOf" srcId="{1C7BF643-DD9B-4B9F-9BAC-2616EEBB1833}" destId="{1C64C2E5-C5DA-4753-8271-48149BD1C6CC}" srcOrd="2" destOrd="0" presId="urn:microsoft.com/office/officeart/2005/8/layout/process4"/>
    <dgm:cxn modelId="{03634DDD-6F48-4E05-AE1B-730CAD15073D}" type="presParOf" srcId="{1C64C2E5-C5DA-4753-8271-48149BD1C6CC}" destId="{92E1A297-B804-4F6B-BF87-2D2309CED249}" srcOrd="0" destOrd="0" presId="urn:microsoft.com/office/officeart/2005/8/layout/process4"/>
    <dgm:cxn modelId="{99DFB37C-F1D1-435B-B14C-E3FF18FB5A35}" type="presParOf" srcId="{1C7BF643-DD9B-4B9F-9BAC-2616EEBB1833}" destId="{0D4982B7-E04A-4CAD-A366-0EC5FE4F6DE6}" srcOrd="3" destOrd="0" presId="urn:microsoft.com/office/officeart/2005/8/layout/process4"/>
    <dgm:cxn modelId="{B2F58B10-14B1-4FEC-BF52-F299841884F9}" type="presParOf" srcId="{1C7BF643-DD9B-4B9F-9BAC-2616EEBB1833}" destId="{126100AE-D902-4282-92EF-35C7C93F4143}" srcOrd="4" destOrd="0" presId="urn:microsoft.com/office/officeart/2005/8/layout/process4"/>
    <dgm:cxn modelId="{2B34D9AD-1AE0-4D46-8BAF-0C8926F46F8E}" type="presParOf" srcId="{126100AE-D902-4282-92EF-35C7C93F4143}" destId="{ED1E5FAB-42DE-4CF5-91C0-5DA007661D2B}" srcOrd="0" destOrd="0" presId="urn:microsoft.com/office/officeart/2005/8/layout/process4"/>
    <dgm:cxn modelId="{3AE95094-E4F2-4F6B-84D4-1444B5CF56DC}" type="presParOf" srcId="{1C7BF643-DD9B-4B9F-9BAC-2616EEBB1833}" destId="{7460310F-94DB-4422-A520-DC0DE2C7F08A}" srcOrd="5" destOrd="0" presId="urn:microsoft.com/office/officeart/2005/8/layout/process4"/>
    <dgm:cxn modelId="{6B02856A-5EB5-4CE7-A10D-170F20A224EE}" type="presParOf" srcId="{1C7BF643-DD9B-4B9F-9BAC-2616EEBB1833}" destId="{6206D0F2-52A8-4BA7-9A5D-4BFDC1BDC161}" srcOrd="6" destOrd="0" presId="urn:microsoft.com/office/officeart/2005/8/layout/process4"/>
    <dgm:cxn modelId="{EDFBE565-D341-451F-89CE-D537438A028C}" type="presParOf" srcId="{6206D0F2-52A8-4BA7-9A5D-4BFDC1BDC161}" destId="{50FD35DB-5FB5-4B7C-9726-B20926603334}" srcOrd="0" destOrd="0" presId="urn:microsoft.com/office/officeart/2005/8/layout/process4"/>
    <dgm:cxn modelId="{25E82B72-91A9-464F-97EE-E738DE21A39E}" type="presParOf" srcId="{1C7BF643-DD9B-4B9F-9BAC-2616EEBB1833}" destId="{B2984901-DA4B-4E10-A949-9988F00C31F7}" srcOrd="7" destOrd="0" presId="urn:microsoft.com/office/officeart/2005/8/layout/process4"/>
    <dgm:cxn modelId="{B5F4B16E-D6EB-4CAE-816C-2C4C881BE79A}" type="presParOf" srcId="{1C7BF643-DD9B-4B9F-9BAC-2616EEBB1833}" destId="{DC2E143D-4725-4134-9680-6CF23B4BF70C}" srcOrd="8" destOrd="0" presId="urn:microsoft.com/office/officeart/2005/8/layout/process4"/>
    <dgm:cxn modelId="{6B93C2C6-DA87-40A5-AFD4-99122E788851}" type="presParOf" srcId="{DC2E143D-4725-4134-9680-6CF23B4BF70C}" destId="{651D4386-2D71-4050-9696-F315E8BE374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process4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r>
            <a:rPr lang="es-ES" noProof="1"/>
            <a:t>Sencillo y rápido, optimizado para 2D.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  <dgm:t>
        <a:bodyPr/>
        <a:lstStyle/>
        <a:p>
          <a:endParaRPr lang="en-GB"/>
        </a:p>
      </dgm:t>
    </dgm:pt>
    <dgm:pt modelId="{B7AFB897-682C-45D3-BE2E-A78A8CC399F0}">
      <dgm:prSet phldrT="[Text]" phldr="0"/>
      <dgm:spPr/>
      <dgm:t>
        <a:bodyPr/>
        <a:lstStyle/>
        <a:p>
          <a:r>
            <a:rPr lang="es-ES" noProof="1"/>
            <a:t>Buena documentación.</a:t>
          </a:r>
        </a:p>
      </dgm:t>
    </dgm:pt>
    <dgm:pt modelId="{CC61A783-81AC-47C0-A52F-90540F23BC73}" type="parTrans" cxnId="{4C68AE3E-4542-45B1-A22A-8A52FB95E323}">
      <dgm:prSet/>
      <dgm:spPr/>
      <dgm:t>
        <a:bodyPr/>
        <a:lstStyle/>
        <a:p>
          <a:endParaRPr lang="en-GB"/>
        </a:p>
      </dgm:t>
    </dgm:pt>
    <dgm:pt modelId="{587EEB80-AEB3-43E7-818F-EC6E57AF2F36}" type="sibTrans" cxnId="{4C68AE3E-4542-45B1-A22A-8A52FB95E323}">
      <dgm:prSet/>
      <dgm:spPr/>
      <dgm:t>
        <a:bodyPr/>
        <a:lstStyle/>
        <a:p>
          <a:endParaRPr lang="en-GB"/>
        </a:p>
      </dgm:t>
    </dgm:pt>
    <dgm:pt modelId="{2B0FC806-B771-4407-BA68-C53443EFDAFE}">
      <dgm:prSet phldrT="[Text]" phldr="0"/>
      <dgm:spPr/>
      <dgm:t>
        <a:bodyPr/>
        <a:lstStyle/>
        <a:p>
          <a:r>
            <a:rPr lang="es-ES" noProof="1"/>
            <a:t>Objects, Rooms, GML, GML Visual, 2D. Motor muy ligero.</a:t>
          </a:r>
        </a:p>
      </dgm:t>
    </dgm:pt>
    <dgm:pt modelId="{1DF674CF-5D3C-4091-B5D0-107665A33A5A}" type="parTrans" cxnId="{F850F4C5-65BC-400F-913C-88FC2462D349}">
      <dgm:prSet/>
      <dgm:spPr/>
      <dgm:t>
        <a:bodyPr/>
        <a:lstStyle/>
        <a:p>
          <a:endParaRPr lang="en-GB"/>
        </a:p>
      </dgm:t>
    </dgm:pt>
    <dgm:pt modelId="{1D5B6478-66FD-4AF6-AF44-EF8263F0E061}" type="sibTrans" cxnId="{F850F4C5-65BC-400F-913C-88FC2462D349}">
      <dgm:prSet/>
      <dgm:spPr/>
      <dgm:t>
        <a:bodyPr/>
        <a:lstStyle/>
        <a:p>
          <a:endParaRPr lang="en-GB"/>
        </a:p>
      </dgm:t>
    </dgm:pt>
    <dgm:pt modelId="{1CF8CAFC-3669-413C-A49A-998D166FD579}">
      <dgm:prSet phldrT="[Text]" phldr="0"/>
      <dgm:spPr/>
      <dgm:t>
        <a:bodyPr/>
        <a:lstStyle/>
        <a:p>
          <a:r>
            <a:rPr lang="es-ES" noProof="1"/>
            <a:t>Herramientas out of the box:</a:t>
          </a:r>
        </a:p>
      </dgm:t>
    </dgm:pt>
    <dgm:pt modelId="{3B821CB0-764D-4CE3-AF39-FF9562CBC380}" type="parTrans" cxnId="{05409285-E3AF-4871-BD77-4720B74D3D9C}">
      <dgm:prSet/>
      <dgm:spPr/>
      <dgm:t>
        <a:bodyPr/>
        <a:lstStyle/>
        <a:p>
          <a:endParaRPr lang="en-GB"/>
        </a:p>
      </dgm:t>
    </dgm:pt>
    <dgm:pt modelId="{3F02A150-F471-4457-9797-44245F89A130}" type="sibTrans" cxnId="{05409285-E3AF-4871-BD77-4720B74D3D9C}">
      <dgm:prSet/>
      <dgm:spPr/>
      <dgm:t>
        <a:bodyPr/>
        <a:lstStyle/>
        <a:p>
          <a:endParaRPr lang="en-GB"/>
        </a:p>
      </dgm:t>
    </dgm:pt>
    <dgm:pt modelId="{F324B4A4-D0E5-482A-ABE4-7C655FBC99E7}">
      <dgm:prSet phldrT="[Text]" phldr="0"/>
      <dgm:spPr/>
      <dgm:t>
        <a:bodyPr/>
        <a:lstStyle/>
        <a:p>
          <a:pPr>
            <a:buNone/>
          </a:pPr>
          <a:r>
            <a:rPr lang="es-ES" noProof="1"/>
            <a:t>GML Visual</a:t>
          </a:r>
        </a:p>
      </dgm:t>
    </dgm:pt>
    <dgm:pt modelId="{5D555EE6-2BE4-4E5C-A455-765D40D4AA8F}" type="parTrans" cxnId="{9450A27A-9179-4828-B150-691D8E32864C}">
      <dgm:prSet/>
      <dgm:spPr/>
      <dgm:t>
        <a:bodyPr/>
        <a:lstStyle/>
        <a:p>
          <a:endParaRPr lang="en-GB"/>
        </a:p>
      </dgm:t>
    </dgm:pt>
    <dgm:pt modelId="{3193E146-B680-4100-AA00-50AD9C750206}" type="sibTrans" cxnId="{9450A27A-9179-4828-B150-691D8E32864C}">
      <dgm:prSet/>
      <dgm:spPr/>
      <dgm:t>
        <a:bodyPr/>
        <a:lstStyle/>
        <a:p>
          <a:endParaRPr lang="en-GB"/>
        </a:p>
      </dgm:t>
    </dgm:pt>
    <dgm:pt modelId="{0F7C4E22-0A47-4330-98BF-EC87A8366D9E}">
      <dgm:prSet phldrT="[Text]" phldr="0"/>
      <dgm:spPr/>
      <dgm:t>
        <a:bodyPr/>
        <a:lstStyle/>
        <a:p>
          <a:pPr>
            <a:buNone/>
          </a:pPr>
          <a:r>
            <a:rPr lang="es-ES" noProof="1"/>
            <a:t>Edición de sprites</a:t>
          </a:r>
        </a:p>
      </dgm:t>
    </dgm:pt>
    <dgm:pt modelId="{83CED255-D7A4-418D-92CD-5D63812D0A25}" type="parTrans" cxnId="{1C09E0C6-C7EB-46CA-B3BD-22653A9AE911}">
      <dgm:prSet/>
      <dgm:spPr/>
      <dgm:t>
        <a:bodyPr/>
        <a:lstStyle/>
        <a:p>
          <a:endParaRPr lang="en-GB"/>
        </a:p>
      </dgm:t>
    </dgm:pt>
    <dgm:pt modelId="{8760D209-FFDD-493F-9E3B-39D63B53CB04}" type="sibTrans" cxnId="{1C09E0C6-C7EB-46CA-B3BD-22653A9AE911}">
      <dgm:prSet/>
      <dgm:spPr/>
      <dgm:t>
        <a:bodyPr/>
        <a:lstStyle/>
        <a:p>
          <a:endParaRPr lang="en-GB"/>
        </a:p>
      </dgm:t>
    </dgm:pt>
    <dgm:pt modelId="{4C505333-42C7-47EE-9651-672FC27E2227}">
      <dgm:prSet phldrT="[Text]" phldr="0"/>
      <dgm:spPr/>
      <dgm:t>
        <a:bodyPr/>
        <a:lstStyle/>
        <a:p>
          <a:pPr>
            <a:buNone/>
          </a:pPr>
          <a:r>
            <a:rPr lang="es-ES" noProof="1"/>
            <a:t>Hojas de sprites</a:t>
          </a:r>
        </a:p>
      </dgm:t>
    </dgm:pt>
    <dgm:pt modelId="{CC7F15FB-1478-4BC8-9470-F1BC0022CB2C}" type="parTrans" cxnId="{A7F13049-D8AB-47A2-85AB-AA0E2ED700B5}">
      <dgm:prSet/>
      <dgm:spPr/>
      <dgm:t>
        <a:bodyPr/>
        <a:lstStyle/>
        <a:p>
          <a:endParaRPr lang="en-GB"/>
        </a:p>
      </dgm:t>
    </dgm:pt>
    <dgm:pt modelId="{7F0082F2-A484-49CF-B542-8281BD70FE81}" type="sibTrans" cxnId="{A7F13049-D8AB-47A2-85AB-AA0E2ED700B5}">
      <dgm:prSet/>
      <dgm:spPr/>
      <dgm:t>
        <a:bodyPr/>
        <a:lstStyle/>
        <a:p>
          <a:endParaRPr lang="en-GB"/>
        </a:p>
      </dgm:t>
    </dgm:pt>
    <dgm:pt modelId="{CD8A6326-F511-4695-83FE-FA8185F48799}">
      <dgm:prSet phldrT="[Text]" phldr="0"/>
      <dgm:spPr/>
      <dgm:t>
        <a:bodyPr/>
        <a:lstStyle/>
        <a:p>
          <a:pPr>
            <a:buNone/>
          </a:pPr>
          <a:r>
            <a:rPr lang="es-ES" noProof="1"/>
            <a:t>Animación por fotogramas</a:t>
          </a:r>
        </a:p>
      </dgm:t>
    </dgm:pt>
    <dgm:pt modelId="{9995F47E-87F2-469E-A1F5-134E14DEC9BE}" type="parTrans" cxnId="{74F7B738-803E-4DAB-89D1-93F01731BDCD}">
      <dgm:prSet/>
      <dgm:spPr/>
      <dgm:t>
        <a:bodyPr/>
        <a:lstStyle/>
        <a:p>
          <a:endParaRPr lang="en-GB"/>
        </a:p>
      </dgm:t>
    </dgm:pt>
    <dgm:pt modelId="{045C2BB4-73AF-4F4D-B9FF-9FC8BF03CB97}" type="sibTrans" cxnId="{74F7B738-803E-4DAB-89D1-93F01731BDCD}">
      <dgm:prSet/>
      <dgm:spPr/>
      <dgm:t>
        <a:bodyPr/>
        <a:lstStyle/>
        <a:p>
          <a:endParaRPr lang="en-GB"/>
        </a:p>
      </dgm:t>
    </dgm:pt>
    <dgm:pt modelId="{6D28CBB6-F235-4DEC-8BF5-87F0606BDAE2}">
      <dgm:prSet phldrT="[Text]" phldr="0"/>
      <dgm:spPr/>
      <dgm:t>
        <a:bodyPr/>
        <a:lstStyle/>
        <a:p>
          <a:pPr>
            <a:buNone/>
          </a:pPr>
          <a:r>
            <a:rPr lang="es-ES" noProof="1"/>
            <a:t>Room Editor</a:t>
          </a:r>
        </a:p>
      </dgm:t>
    </dgm:pt>
    <dgm:pt modelId="{65A6D3DD-7CA2-4D02-87A7-7C94EE14DE3E}" type="parTrans" cxnId="{4B003C06-EB66-469E-9134-551613549FD1}">
      <dgm:prSet/>
      <dgm:spPr/>
      <dgm:t>
        <a:bodyPr/>
        <a:lstStyle/>
        <a:p>
          <a:endParaRPr lang="en-GB"/>
        </a:p>
      </dgm:t>
    </dgm:pt>
    <dgm:pt modelId="{C04A87CA-7D86-4F2F-8F81-8E291EB2B71D}" type="sibTrans" cxnId="{4B003C06-EB66-469E-9134-551613549FD1}">
      <dgm:prSet/>
      <dgm:spPr/>
      <dgm:t>
        <a:bodyPr/>
        <a:lstStyle/>
        <a:p>
          <a:endParaRPr lang="en-GB"/>
        </a:p>
      </dgm:t>
    </dgm:pt>
    <dgm:pt modelId="{AF649911-C1F3-4A51-9EF1-C30B303FA16B}">
      <dgm:prSet phldrT="[Text]" phldr="0"/>
      <dgm:spPr/>
      <dgm:t>
        <a:bodyPr/>
        <a:lstStyle/>
        <a:p>
          <a:r>
            <a:rPr lang="es-ES" noProof="1"/>
            <a:t>Buena comunidad.</a:t>
          </a:r>
        </a:p>
      </dgm:t>
    </dgm:pt>
    <dgm:pt modelId="{1F3FA8A0-F658-4E68-9A80-47D0538EFCC1}" type="parTrans" cxnId="{B6642AAD-5747-4D83-BFF8-D2F49EF029B5}">
      <dgm:prSet/>
      <dgm:spPr/>
      <dgm:t>
        <a:bodyPr/>
        <a:lstStyle/>
        <a:p>
          <a:endParaRPr lang="en-GB"/>
        </a:p>
      </dgm:t>
    </dgm:pt>
    <dgm:pt modelId="{9EE19A15-011B-4930-AD9B-B22C140D390E}" type="sibTrans" cxnId="{B6642AAD-5747-4D83-BFF8-D2F49EF029B5}">
      <dgm:prSet/>
      <dgm:spPr/>
      <dgm:t>
        <a:bodyPr/>
        <a:lstStyle/>
        <a:p>
          <a:endParaRPr lang="en-GB"/>
        </a:p>
      </dgm:t>
    </dgm:pt>
    <dgm:pt modelId="{5A3A4A03-F536-420C-9DB0-BD22C425DD60}">
      <dgm:prSet phldrT="[Text]" phldr="0"/>
      <dgm:spPr/>
      <dgm:t>
        <a:bodyPr/>
        <a:lstStyle/>
        <a:p>
          <a:pPr>
            <a:buNone/>
          </a:pPr>
          <a:r>
            <a:rPr lang="es-ES" noProof="1"/>
            <a:t>Sequence Editor</a:t>
          </a:r>
        </a:p>
      </dgm:t>
    </dgm:pt>
    <dgm:pt modelId="{55E5A58D-3C9D-4D25-9039-8A92DDA1866A}" type="parTrans" cxnId="{BCF6150B-A71E-4326-B0BC-BC2047B4D29B}">
      <dgm:prSet/>
      <dgm:spPr/>
      <dgm:t>
        <a:bodyPr/>
        <a:lstStyle/>
        <a:p>
          <a:endParaRPr lang="en-GB"/>
        </a:p>
      </dgm:t>
    </dgm:pt>
    <dgm:pt modelId="{6C1AC0E9-EC9E-4E12-A31C-85C905D39232}" type="sibTrans" cxnId="{BCF6150B-A71E-4326-B0BC-BC2047B4D29B}">
      <dgm:prSet/>
      <dgm:spPr/>
      <dgm:t>
        <a:bodyPr/>
        <a:lstStyle/>
        <a:p>
          <a:endParaRPr lang="en-GB"/>
        </a:p>
      </dgm:t>
    </dgm:pt>
    <dgm:pt modelId="{5231A2DF-EB54-420C-B1F6-017DB85F781A}">
      <dgm:prSet phldrT="[Text]" phldr="0"/>
      <dgm:spPr/>
      <dgm:t>
        <a:bodyPr/>
        <a:lstStyle/>
        <a:p>
          <a:pPr>
            <a:buNone/>
          </a:pPr>
          <a:r>
            <a:rPr lang="es-ES" noProof="1"/>
            <a:t>Marketplace</a:t>
          </a:r>
        </a:p>
      </dgm:t>
    </dgm:pt>
    <dgm:pt modelId="{A2D5A5C3-E2C1-4753-BF78-5FAE7B700DFC}" type="parTrans" cxnId="{AE6082C6-D794-4AB1-BD69-4D0932F05EE3}">
      <dgm:prSet/>
      <dgm:spPr/>
      <dgm:t>
        <a:bodyPr/>
        <a:lstStyle/>
        <a:p>
          <a:endParaRPr lang="en-GB"/>
        </a:p>
      </dgm:t>
    </dgm:pt>
    <dgm:pt modelId="{A945A198-8BC7-44C1-B627-2B35C128C91E}" type="sibTrans" cxnId="{AE6082C6-D794-4AB1-BD69-4D0932F05EE3}">
      <dgm:prSet/>
      <dgm:spPr/>
      <dgm:t>
        <a:bodyPr/>
        <a:lstStyle/>
        <a:p>
          <a:endParaRPr lang="en-GB"/>
        </a:p>
      </dgm:t>
    </dgm:pt>
    <dgm:pt modelId="{1C7BF643-DD9B-4B9F-9BAC-2616EEBB1833}" type="pres">
      <dgm:prSet presAssocID="{BDB7CC9A-3BD2-4AAD-A511-80954914245A}" presName="Name0" presStyleCnt="0">
        <dgm:presLayoutVars>
          <dgm:dir/>
          <dgm:animLvl val="lvl"/>
          <dgm:resizeHandles val="exact"/>
        </dgm:presLayoutVars>
      </dgm:prSet>
      <dgm:spPr/>
    </dgm:pt>
    <dgm:pt modelId="{C4D43190-6018-4A27-A683-104D9C879BF6}" type="pres">
      <dgm:prSet presAssocID="{1CF8CAFC-3669-413C-A49A-998D166FD579}" presName="boxAndChildren" presStyleCnt="0"/>
      <dgm:spPr/>
    </dgm:pt>
    <dgm:pt modelId="{AA72CBB2-0A55-4429-8641-9BE426970EAB}" type="pres">
      <dgm:prSet presAssocID="{1CF8CAFC-3669-413C-A49A-998D166FD579}" presName="parentTextBox" presStyleLbl="node1" presStyleIdx="0" presStyleCnt="5"/>
      <dgm:spPr/>
    </dgm:pt>
    <dgm:pt modelId="{572D1439-1E29-4C2A-ABD3-ADD04467D49E}" type="pres">
      <dgm:prSet presAssocID="{1CF8CAFC-3669-413C-A49A-998D166FD579}" presName="entireBox" presStyleLbl="node1" presStyleIdx="0" presStyleCnt="5"/>
      <dgm:spPr/>
    </dgm:pt>
    <dgm:pt modelId="{B2202D9C-4F22-4EA0-B5AF-98E07260640F}" type="pres">
      <dgm:prSet presAssocID="{1CF8CAFC-3669-413C-A49A-998D166FD579}" presName="descendantBox" presStyleCnt="0"/>
      <dgm:spPr/>
    </dgm:pt>
    <dgm:pt modelId="{6898B546-5DCC-48B8-9734-20BE92FDA4D3}" type="pres">
      <dgm:prSet presAssocID="{F324B4A4-D0E5-482A-ABE4-7C655FBC99E7}" presName="childTextBox" presStyleLbl="fgAccFollowNode1" presStyleIdx="0" presStyleCnt="7">
        <dgm:presLayoutVars>
          <dgm:bulletEnabled val="1"/>
        </dgm:presLayoutVars>
      </dgm:prSet>
      <dgm:spPr/>
    </dgm:pt>
    <dgm:pt modelId="{7D2BFCCB-DF40-4756-A84B-C462B7466EDC}" type="pres">
      <dgm:prSet presAssocID="{0F7C4E22-0A47-4330-98BF-EC87A8366D9E}" presName="childTextBox" presStyleLbl="fgAccFollowNode1" presStyleIdx="1" presStyleCnt="7">
        <dgm:presLayoutVars>
          <dgm:bulletEnabled val="1"/>
        </dgm:presLayoutVars>
      </dgm:prSet>
      <dgm:spPr/>
    </dgm:pt>
    <dgm:pt modelId="{C8B31222-FE89-437C-87AF-A1019AC184AA}" type="pres">
      <dgm:prSet presAssocID="{4C505333-42C7-47EE-9651-672FC27E2227}" presName="childTextBox" presStyleLbl="fgAccFollowNode1" presStyleIdx="2" presStyleCnt="7">
        <dgm:presLayoutVars>
          <dgm:bulletEnabled val="1"/>
        </dgm:presLayoutVars>
      </dgm:prSet>
      <dgm:spPr/>
    </dgm:pt>
    <dgm:pt modelId="{C310847A-4C3E-4F3D-8BB5-DB04ED3431AB}" type="pres">
      <dgm:prSet presAssocID="{CD8A6326-F511-4695-83FE-FA8185F48799}" presName="childTextBox" presStyleLbl="fgAccFollowNode1" presStyleIdx="3" presStyleCnt="7">
        <dgm:presLayoutVars>
          <dgm:bulletEnabled val="1"/>
        </dgm:presLayoutVars>
      </dgm:prSet>
      <dgm:spPr/>
    </dgm:pt>
    <dgm:pt modelId="{D069A730-C628-40FA-9C92-311364227CEC}" type="pres">
      <dgm:prSet presAssocID="{6D28CBB6-F235-4DEC-8BF5-87F0606BDAE2}" presName="childTextBox" presStyleLbl="fgAccFollowNode1" presStyleIdx="4" presStyleCnt="7">
        <dgm:presLayoutVars>
          <dgm:bulletEnabled val="1"/>
        </dgm:presLayoutVars>
      </dgm:prSet>
      <dgm:spPr/>
    </dgm:pt>
    <dgm:pt modelId="{33995FC2-3D86-4EAF-A1AC-8CA8B6344FB9}" type="pres">
      <dgm:prSet presAssocID="{5A3A4A03-F536-420C-9DB0-BD22C425DD60}" presName="childTextBox" presStyleLbl="fgAccFollowNode1" presStyleIdx="5" presStyleCnt="7">
        <dgm:presLayoutVars>
          <dgm:bulletEnabled val="1"/>
        </dgm:presLayoutVars>
      </dgm:prSet>
      <dgm:spPr/>
    </dgm:pt>
    <dgm:pt modelId="{A7EB9376-4B0A-416E-8505-BF5303527F67}" type="pres">
      <dgm:prSet presAssocID="{5231A2DF-EB54-420C-B1F6-017DB85F781A}" presName="childTextBox" presStyleLbl="fgAccFollowNode1" presStyleIdx="6" presStyleCnt="7">
        <dgm:presLayoutVars>
          <dgm:bulletEnabled val="1"/>
        </dgm:presLayoutVars>
      </dgm:prSet>
      <dgm:spPr/>
    </dgm:pt>
    <dgm:pt modelId="{B7470628-245F-465F-8225-3720795A6CAE}" type="pres">
      <dgm:prSet presAssocID="{1D5B6478-66FD-4AF6-AF44-EF8263F0E061}" presName="sp" presStyleCnt="0"/>
      <dgm:spPr/>
    </dgm:pt>
    <dgm:pt modelId="{1C64C2E5-C5DA-4753-8271-48149BD1C6CC}" type="pres">
      <dgm:prSet presAssocID="{2B0FC806-B771-4407-BA68-C53443EFDAFE}" presName="arrowAndChildren" presStyleCnt="0"/>
      <dgm:spPr/>
    </dgm:pt>
    <dgm:pt modelId="{92E1A297-B804-4F6B-BF87-2D2309CED249}" type="pres">
      <dgm:prSet presAssocID="{2B0FC806-B771-4407-BA68-C53443EFDAFE}" presName="parentTextArrow" presStyleLbl="node1" presStyleIdx="1" presStyleCnt="5"/>
      <dgm:spPr/>
    </dgm:pt>
    <dgm:pt modelId="{0D4982B7-E04A-4CAD-A366-0EC5FE4F6DE6}" type="pres">
      <dgm:prSet presAssocID="{9EE19A15-011B-4930-AD9B-B22C140D390E}" presName="sp" presStyleCnt="0"/>
      <dgm:spPr/>
    </dgm:pt>
    <dgm:pt modelId="{126100AE-D902-4282-92EF-35C7C93F4143}" type="pres">
      <dgm:prSet presAssocID="{AF649911-C1F3-4A51-9EF1-C30B303FA16B}" presName="arrowAndChildren" presStyleCnt="0"/>
      <dgm:spPr/>
    </dgm:pt>
    <dgm:pt modelId="{ED1E5FAB-42DE-4CF5-91C0-5DA007661D2B}" type="pres">
      <dgm:prSet presAssocID="{AF649911-C1F3-4A51-9EF1-C30B303FA16B}" presName="parentTextArrow" presStyleLbl="node1" presStyleIdx="2" presStyleCnt="5"/>
      <dgm:spPr/>
    </dgm:pt>
    <dgm:pt modelId="{7460310F-94DB-4422-A520-DC0DE2C7F08A}" type="pres">
      <dgm:prSet presAssocID="{587EEB80-AEB3-43E7-818F-EC6E57AF2F36}" presName="sp" presStyleCnt="0"/>
      <dgm:spPr/>
    </dgm:pt>
    <dgm:pt modelId="{6206D0F2-52A8-4BA7-9A5D-4BFDC1BDC161}" type="pres">
      <dgm:prSet presAssocID="{B7AFB897-682C-45D3-BE2E-A78A8CC399F0}" presName="arrowAndChildren" presStyleCnt="0"/>
      <dgm:spPr/>
    </dgm:pt>
    <dgm:pt modelId="{50FD35DB-5FB5-4B7C-9726-B20926603334}" type="pres">
      <dgm:prSet presAssocID="{B7AFB897-682C-45D3-BE2E-A78A8CC399F0}" presName="parentTextArrow" presStyleLbl="node1" presStyleIdx="3" presStyleCnt="5"/>
      <dgm:spPr/>
    </dgm:pt>
    <dgm:pt modelId="{B2984901-DA4B-4E10-A949-9988F00C31F7}" type="pres">
      <dgm:prSet presAssocID="{DA387523-BE3A-4A63-8456-FEEAC7793000}" presName="sp" presStyleCnt="0"/>
      <dgm:spPr/>
    </dgm:pt>
    <dgm:pt modelId="{DC2E143D-4725-4134-9680-6CF23B4BF70C}" type="pres">
      <dgm:prSet presAssocID="{E50859AA-9BD3-42D2-947F-048133AAFB4B}" presName="arrowAndChildren" presStyleCnt="0"/>
      <dgm:spPr/>
    </dgm:pt>
    <dgm:pt modelId="{651D4386-2D71-4050-9696-F315E8BE374A}" type="pres">
      <dgm:prSet presAssocID="{E50859AA-9BD3-42D2-947F-048133AAFB4B}" presName="parentTextArrow" presStyleLbl="node1" presStyleIdx="4" presStyleCnt="5"/>
      <dgm:spPr/>
    </dgm:pt>
  </dgm:ptLst>
  <dgm:cxnLst>
    <dgm:cxn modelId="{4B003C06-EB66-469E-9134-551613549FD1}" srcId="{1CF8CAFC-3669-413C-A49A-998D166FD579}" destId="{6D28CBB6-F235-4DEC-8BF5-87F0606BDAE2}" srcOrd="4" destOrd="0" parTransId="{65A6D3DD-7CA2-4D02-87A7-7C94EE14DE3E}" sibTransId="{C04A87CA-7D86-4F2F-8F81-8E291EB2B71D}"/>
    <dgm:cxn modelId="{22714706-34F5-44FD-9738-14FAC5F06E67}" type="presOf" srcId="{CD8A6326-F511-4695-83FE-FA8185F48799}" destId="{C310847A-4C3E-4F3D-8BB5-DB04ED3431AB}" srcOrd="0" destOrd="0" presId="urn:microsoft.com/office/officeart/2005/8/layout/process4"/>
    <dgm:cxn modelId="{BCF6150B-A71E-4326-B0BC-BC2047B4D29B}" srcId="{1CF8CAFC-3669-413C-A49A-998D166FD579}" destId="{5A3A4A03-F536-420C-9DB0-BD22C425DD60}" srcOrd="5" destOrd="0" parTransId="{55E5A58D-3C9D-4D25-9039-8A92DDA1866A}" sibTransId="{6C1AC0E9-EC9E-4E12-A31C-85C905D39232}"/>
    <dgm:cxn modelId="{497D3818-FA69-41CB-A6DB-5462A49A5ECD}" type="presOf" srcId="{5A3A4A03-F536-420C-9DB0-BD22C425DD60}" destId="{33995FC2-3D86-4EAF-A1AC-8CA8B6344FB9}" srcOrd="0" destOrd="0" presId="urn:microsoft.com/office/officeart/2005/8/layout/process4"/>
    <dgm:cxn modelId="{25B3152C-4B71-4EA0-8358-6BB5846F53A4}" type="presOf" srcId="{4C505333-42C7-47EE-9651-672FC27E2227}" destId="{C8B31222-FE89-437C-87AF-A1019AC184AA}" srcOrd="0" destOrd="0" presId="urn:microsoft.com/office/officeart/2005/8/layout/process4"/>
    <dgm:cxn modelId="{74F7B738-803E-4DAB-89D1-93F01731BDCD}" srcId="{1CF8CAFC-3669-413C-A49A-998D166FD579}" destId="{CD8A6326-F511-4695-83FE-FA8185F48799}" srcOrd="3" destOrd="0" parTransId="{9995F47E-87F2-469E-A1F5-134E14DEC9BE}" sibTransId="{045C2BB4-73AF-4F4D-B9FF-9FC8BF03CB97}"/>
    <dgm:cxn modelId="{4C68AE3E-4542-45B1-A22A-8A52FB95E323}" srcId="{BDB7CC9A-3BD2-4AAD-A511-80954914245A}" destId="{B7AFB897-682C-45D3-BE2E-A78A8CC399F0}" srcOrd="1" destOrd="0" parTransId="{CC61A783-81AC-47C0-A52F-90540F23BC73}" sibTransId="{587EEB80-AEB3-43E7-818F-EC6E57AF2F36}"/>
    <dgm:cxn modelId="{7F718260-1C4D-4C3F-B14E-E8C233E91E03}" type="presOf" srcId="{0F7C4E22-0A47-4330-98BF-EC87A8366D9E}" destId="{7D2BFCCB-DF40-4756-A84B-C462B7466EDC}" srcOrd="0" destOrd="0" presId="urn:microsoft.com/office/officeart/2005/8/layout/process4"/>
    <dgm:cxn modelId="{A7F13049-D8AB-47A2-85AB-AA0E2ED700B5}" srcId="{1CF8CAFC-3669-413C-A49A-998D166FD579}" destId="{4C505333-42C7-47EE-9651-672FC27E2227}" srcOrd="2" destOrd="0" parTransId="{CC7F15FB-1478-4BC8-9470-F1BC0022CB2C}" sibTransId="{7F0082F2-A484-49CF-B542-8281BD70FE81}"/>
    <dgm:cxn modelId="{9450A27A-9179-4828-B150-691D8E32864C}" srcId="{1CF8CAFC-3669-413C-A49A-998D166FD579}" destId="{F324B4A4-D0E5-482A-ABE4-7C655FBC99E7}" srcOrd="0" destOrd="0" parTransId="{5D555EE6-2BE4-4E5C-A455-765D40D4AA8F}" sibTransId="{3193E146-B680-4100-AA00-50AD9C750206}"/>
    <dgm:cxn modelId="{57F9B184-AA92-48A1-9B8E-CCA894B9BA0C}" type="presOf" srcId="{1CF8CAFC-3669-413C-A49A-998D166FD579}" destId="{572D1439-1E29-4C2A-ABD3-ADD04467D49E}" srcOrd="1" destOrd="0" presId="urn:microsoft.com/office/officeart/2005/8/layout/process4"/>
    <dgm:cxn modelId="{05409285-E3AF-4871-BD77-4720B74D3D9C}" srcId="{BDB7CC9A-3BD2-4AAD-A511-80954914245A}" destId="{1CF8CAFC-3669-413C-A49A-998D166FD579}" srcOrd="4" destOrd="0" parTransId="{3B821CB0-764D-4CE3-AF39-FF9562CBC380}" sibTransId="{3F02A150-F471-4457-9797-44245F89A130}"/>
    <dgm:cxn modelId="{5730F596-C147-4DCB-9BBA-2D32B5AA9244}" type="presOf" srcId="{5231A2DF-EB54-420C-B1F6-017DB85F781A}" destId="{A7EB9376-4B0A-416E-8505-BF5303527F67}" srcOrd="0" destOrd="0" presId="urn:microsoft.com/office/officeart/2005/8/layout/process4"/>
    <dgm:cxn modelId="{0DA815AD-B8A9-4CA0-B7CC-E26EDC3EEB8C}" type="presOf" srcId="{AF649911-C1F3-4A51-9EF1-C30B303FA16B}" destId="{ED1E5FAB-42DE-4CF5-91C0-5DA007661D2B}" srcOrd="0" destOrd="0" presId="urn:microsoft.com/office/officeart/2005/8/layout/process4"/>
    <dgm:cxn modelId="{B6642AAD-5747-4D83-BFF8-D2F49EF029B5}" srcId="{BDB7CC9A-3BD2-4AAD-A511-80954914245A}" destId="{AF649911-C1F3-4A51-9EF1-C30B303FA16B}" srcOrd="2" destOrd="0" parTransId="{1F3FA8A0-F658-4E68-9A80-47D0538EFCC1}" sibTransId="{9EE19A15-011B-4930-AD9B-B22C140D390E}"/>
    <dgm:cxn modelId="{BDB0A1B8-3B0D-471C-B7A2-522E5D5ED5BE}" type="presOf" srcId="{2B0FC806-B771-4407-BA68-C53443EFDAFE}" destId="{92E1A297-B804-4F6B-BF87-2D2309CED249}" srcOrd="0" destOrd="0" presId="urn:microsoft.com/office/officeart/2005/8/layout/process4"/>
    <dgm:cxn modelId="{F850F4C5-65BC-400F-913C-88FC2462D349}" srcId="{BDB7CC9A-3BD2-4AAD-A511-80954914245A}" destId="{2B0FC806-B771-4407-BA68-C53443EFDAFE}" srcOrd="3" destOrd="0" parTransId="{1DF674CF-5D3C-4091-B5D0-107665A33A5A}" sibTransId="{1D5B6478-66FD-4AF6-AF44-EF8263F0E061}"/>
    <dgm:cxn modelId="{AE6082C6-D794-4AB1-BD69-4D0932F05EE3}" srcId="{1CF8CAFC-3669-413C-A49A-998D166FD579}" destId="{5231A2DF-EB54-420C-B1F6-017DB85F781A}" srcOrd="6" destOrd="0" parTransId="{A2D5A5C3-E2C1-4753-BF78-5FAE7B700DFC}" sibTransId="{A945A198-8BC7-44C1-B627-2B35C128C91E}"/>
    <dgm:cxn modelId="{1C09E0C6-C7EB-46CA-B3BD-22653A9AE911}" srcId="{1CF8CAFC-3669-413C-A49A-998D166FD579}" destId="{0F7C4E22-0A47-4330-98BF-EC87A8366D9E}" srcOrd="1" destOrd="0" parTransId="{83CED255-D7A4-418D-92CD-5D63812D0A25}" sibTransId="{8760D209-FFDD-493F-9E3B-39D63B53CB04}"/>
    <dgm:cxn modelId="{3AB325CA-39A0-41AD-9190-3B9933A97D74}" type="presOf" srcId="{B7AFB897-682C-45D3-BE2E-A78A8CC399F0}" destId="{50FD35DB-5FB5-4B7C-9726-B20926603334}" srcOrd="0" destOrd="0" presId="urn:microsoft.com/office/officeart/2005/8/layout/process4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62D59AE4-656B-402A-A4BD-0AFDD0CCB979}" type="presOf" srcId="{BDB7CC9A-3BD2-4AAD-A511-80954914245A}" destId="{1C7BF643-DD9B-4B9F-9BAC-2616EEBB1833}" srcOrd="0" destOrd="0" presId="urn:microsoft.com/office/officeart/2005/8/layout/process4"/>
    <dgm:cxn modelId="{9FB733ED-35FE-4E13-B92C-8D6F3DC0AF2F}" type="presOf" srcId="{E50859AA-9BD3-42D2-947F-048133AAFB4B}" destId="{651D4386-2D71-4050-9696-F315E8BE374A}" srcOrd="0" destOrd="0" presId="urn:microsoft.com/office/officeart/2005/8/layout/process4"/>
    <dgm:cxn modelId="{EAE642ED-458F-42AE-815B-0697F62A68EF}" type="presOf" srcId="{F324B4A4-D0E5-482A-ABE4-7C655FBC99E7}" destId="{6898B546-5DCC-48B8-9734-20BE92FDA4D3}" srcOrd="0" destOrd="0" presId="urn:microsoft.com/office/officeart/2005/8/layout/process4"/>
    <dgm:cxn modelId="{0D2354ED-6C5A-4FA2-B058-6C660A6A649D}" type="presOf" srcId="{1CF8CAFC-3669-413C-A49A-998D166FD579}" destId="{AA72CBB2-0A55-4429-8641-9BE426970EAB}" srcOrd="0" destOrd="0" presId="urn:microsoft.com/office/officeart/2005/8/layout/process4"/>
    <dgm:cxn modelId="{70D3C3FA-2BEE-474C-8B4B-77843A0FC151}" type="presOf" srcId="{6D28CBB6-F235-4DEC-8BF5-87F0606BDAE2}" destId="{D069A730-C628-40FA-9C92-311364227CEC}" srcOrd="0" destOrd="0" presId="urn:microsoft.com/office/officeart/2005/8/layout/process4"/>
    <dgm:cxn modelId="{0A0A0A27-9300-4921-8B2B-B4379955E4B4}" type="presParOf" srcId="{1C7BF643-DD9B-4B9F-9BAC-2616EEBB1833}" destId="{C4D43190-6018-4A27-A683-104D9C879BF6}" srcOrd="0" destOrd="0" presId="urn:microsoft.com/office/officeart/2005/8/layout/process4"/>
    <dgm:cxn modelId="{FEAF03DB-3A0D-4E4E-A44C-4996DE318BDC}" type="presParOf" srcId="{C4D43190-6018-4A27-A683-104D9C879BF6}" destId="{AA72CBB2-0A55-4429-8641-9BE426970EAB}" srcOrd="0" destOrd="0" presId="urn:microsoft.com/office/officeart/2005/8/layout/process4"/>
    <dgm:cxn modelId="{D0F550D8-9209-46E0-B108-390A9847D661}" type="presParOf" srcId="{C4D43190-6018-4A27-A683-104D9C879BF6}" destId="{572D1439-1E29-4C2A-ABD3-ADD04467D49E}" srcOrd="1" destOrd="0" presId="urn:microsoft.com/office/officeart/2005/8/layout/process4"/>
    <dgm:cxn modelId="{443CC097-7E4C-492F-87A5-4B7039D9096B}" type="presParOf" srcId="{C4D43190-6018-4A27-A683-104D9C879BF6}" destId="{B2202D9C-4F22-4EA0-B5AF-98E07260640F}" srcOrd="2" destOrd="0" presId="urn:microsoft.com/office/officeart/2005/8/layout/process4"/>
    <dgm:cxn modelId="{8AC65509-92A3-487A-A789-9326B8BB09E6}" type="presParOf" srcId="{B2202D9C-4F22-4EA0-B5AF-98E07260640F}" destId="{6898B546-5DCC-48B8-9734-20BE92FDA4D3}" srcOrd="0" destOrd="0" presId="urn:microsoft.com/office/officeart/2005/8/layout/process4"/>
    <dgm:cxn modelId="{10D54C68-AD50-48A6-AEF3-F0842D0AA42E}" type="presParOf" srcId="{B2202D9C-4F22-4EA0-B5AF-98E07260640F}" destId="{7D2BFCCB-DF40-4756-A84B-C462B7466EDC}" srcOrd="1" destOrd="0" presId="urn:microsoft.com/office/officeart/2005/8/layout/process4"/>
    <dgm:cxn modelId="{EDC75F2B-EBF0-4255-9DF1-BBE0BD202AC1}" type="presParOf" srcId="{B2202D9C-4F22-4EA0-B5AF-98E07260640F}" destId="{C8B31222-FE89-437C-87AF-A1019AC184AA}" srcOrd="2" destOrd="0" presId="urn:microsoft.com/office/officeart/2005/8/layout/process4"/>
    <dgm:cxn modelId="{21ACEBEB-21AB-434D-B83E-D1BA59389167}" type="presParOf" srcId="{B2202D9C-4F22-4EA0-B5AF-98E07260640F}" destId="{C310847A-4C3E-4F3D-8BB5-DB04ED3431AB}" srcOrd="3" destOrd="0" presId="urn:microsoft.com/office/officeart/2005/8/layout/process4"/>
    <dgm:cxn modelId="{705412A0-2462-4492-BDFB-184A27874F3D}" type="presParOf" srcId="{B2202D9C-4F22-4EA0-B5AF-98E07260640F}" destId="{D069A730-C628-40FA-9C92-311364227CEC}" srcOrd="4" destOrd="0" presId="urn:microsoft.com/office/officeart/2005/8/layout/process4"/>
    <dgm:cxn modelId="{848A65E4-D156-4489-8826-0CE779063944}" type="presParOf" srcId="{B2202D9C-4F22-4EA0-B5AF-98E07260640F}" destId="{33995FC2-3D86-4EAF-A1AC-8CA8B6344FB9}" srcOrd="5" destOrd="0" presId="urn:microsoft.com/office/officeart/2005/8/layout/process4"/>
    <dgm:cxn modelId="{2D45C7C9-0BFA-46E9-8329-8AC5D4D62714}" type="presParOf" srcId="{B2202D9C-4F22-4EA0-B5AF-98E07260640F}" destId="{A7EB9376-4B0A-416E-8505-BF5303527F67}" srcOrd="6" destOrd="0" presId="urn:microsoft.com/office/officeart/2005/8/layout/process4"/>
    <dgm:cxn modelId="{61ACFA5A-1DE6-490D-B91E-8B6A8345CCB8}" type="presParOf" srcId="{1C7BF643-DD9B-4B9F-9BAC-2616EEBB1833}" destId="{B7470628-245F-465F-8225-3720795A6CAE}" srcOrd="1" destOrd="0" presId="urn:microsoft.com/office/officeart/2005/8/layout/process4"/>
    <dgm:cxn modelId="{93CFEA59-BF85-4E6F-BD64-ABC67B9FC33C}" type="presParOf" srcId="{1C7BF643-DD9B-4B9F-9BAC-2616EEBB1833}" destId="{1C64C2E5-C5DA-4753-8271-48149BD1C6CC}" srcOrd="2" destOrd="0" presId="urn:microsoft.com/office/officeart/2005/8/layout/process4"/>
    <dgm:cxn modelId="{03634DDD-6F48-4E05-AE1B-730CAD15073D}" type="presParOf" srcId="{1C64C2E5-C5DA-4753-8271-48149BD1C6CC}" destId="{92E1A297-B804-4F6B-BF87-2D2309CED249}" srcOrd="0" destOrd="0" presId="urn:microsoft.com/office/officeart/2005/8/layout/process4"/>
    <dgm:cxn modelId="{99DFB37C-F1D1-435B-B14C-E3FF18FB5A35}" type="presParOf" srcId="{1C7BF643-DD9B-4B9F-9BAC-2616EEBB1833}" destId="{0D4982B7-E04A-4CAD-A366-0EC5FE4F6DE6}" srcOrd="3" destOrd="0" presId="urn:microsoft.com/office/officeart/2005/8/layout/process4"/>
    <dgm:cxn modelId="{B2F58B10-14B1-4FEC-BF52-F299841884F9}" type="presParOf" srcId="{1C7BF643-DD9B-4B9F-9BAC-2616EEBB1833}" destId="{126100AE-D902-4282-92EF-35C7C93F4143}" srcOrd="4" destOrd="0" presId="urn:microsoft.com/office/officeart/2005/8/layout/process4"/>
    <dgm:cxn modelId="{2B34D9AD-1AE0-4D46-8BAF-0C8926F46F8E}" type="presParOf" srcId="{126100AE-D902-4282-92EF-35C7C93F4143}" destId="{ED1E5FAB-42DE-4CF5-91C0-5DA007661D2B}" srcOrd="0" destOrd="0" presId="urn:microsoft.com/office/officeart/2005/8/layout/process4"/>
    <dgm:cxn modelId="{3AE95094-E4F2-4F6B-84D4-1444B5CF56DC}" type="presParOf" srcId="{1C7BF643-DD9B-4B9F-9BAC-2616EEBB1833}" destId="{7460310F-94DB-4422-A520-DC0DE2C7F08A}" srcOrd="5" destOrd="0" presId="urn:microsoft.com/office/officeart/2005/8/layout/process4"/>
    <dgm:cxn modelId="{6B02856A-5EB5-4CE7-A10D-170F20A224EE}" type="presParOf" srcId="{1C7BF643-DD9B-4B9F-9BAC-2616EEBB1833}" destId="{6206D0F2-52A8-4BA7-9A5D-4BFDC1BDC161}" srcOrd="6" destOrd="0" presId="urn:microsoft.com/office/officeart/2005/8/layout/process4"/>
    <dgm:cxn modelId="{EDFBE565-D341-451F-89CE-D537438A028C}" type="presParOf" srcId="{6206D0F2-52A8-4BA7-9A5D-4BFDC1BDC161}" destId="{50FD35DB-5FB5-4B7C-9726-B20926603334}" srcOrd="0" destOrd="0" presId="urn:microsoft.com/office/officeart/2005/8/layout/process4"/>
    <dgm:cxn modelId="{25E82B72-91A9-464F-97EE-E738DE21A39E}" type="presParOf" srcId="{1C7BF643-DD9B-4B9F-9BAC-2616EEBB1833}" destId="{B2984901-DA4B-4E10-A949-9988F00C31F7}" srcOrd="7" destOrd="0" presId="urn:microsoft.com/office/officeart/2005/8/layout/process4"/>
    <dgm:cxn modelId="{B5F4B16E-D6EB-4CAE-816C-2C4C881BE79A}" type="presParOf" srcId="{1C7BF643-DD9B-4B9F-9BAC-2616EEBB1833}" destId="{DC2E143D-4725-4134-9680-6CF23B4BF70C}" srcOrd="8" destOrd="0" presId="urn:microsoft.com/office/officeart/2005/8/layout/process4"/>
    <dgm:cxn modelId="{6B93C2C6-DA87-40A5-AFD4-99122E788851}" type="presParOf" srcId="{DC2E143D-4725-4134-9680-6CF23B4BF70C}" destId="{651D4386-2D71-4050-9696-F315E8BE374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50859AA-9BD3-42D2-947F-048133AAFB4B}">
      <dgm:prSet phldrT="[Text]" phldr="0"/>
      <dgm:spPr/>
      <dgm:t>
        <a:bodyPr/>
        <a:lstStyle/>
        <a:p>
          <a:r>
            <a:rPr lang="es-ES" noProof="1"/>
            <a:t>Tipo de juego</a:t>
          </a:r>
        </a:p>
      </dgm:t>
    </dgm:pt>
    <dgm:pt modelId="{8111CB8F-67C1-4AA9-A4A4-752FAE102486}" type="parTrans" cxnId="{244374DE-50EB-4C5E-A701-AA6C76A387A5}">
      <dgm:prSet/>
      <dgm:spPr/>
      <dgm:t>
        <a:bodyPr/>
        <a:lstStyle/>
        <a:p>
          <a:endParaRPr lang="en-GB"/>
        </a:p>
      </dgm:t>
    </dgm:pt>
    <dgm:pt modelId="{DA387523-BE3A-4A63-8456-FEEAC7793000}" type="sibTrans" cxnId="{244374DE-50EB-4C5E-A701-AA6C76A387A5}">
      <dgm:prSet phldrT="01" phldr="0"/>
      <dgm:spPr/>
      <dgm:t>
        <a:bodyPr/>
        <a:lstStyle/>
        <a:p>
          <a:endParaRPr lang="en-GB"/>
        </a:p>
      </dgm:t>
    </dgm:pt>
    <dgm:pt modelId="{D2582693-31B5-4179-A2B5-BDCC8D2BC3BB}">
      <dgm:prSet phldrT="[Text]" phldr="0"/>
      <dgm:spPr/>
      <dgm:t>
        <a:bodyPr/>
        <a:lstStyle/>
        <a:p>
          <a:pPr>
            <a:buNone/>
          </a:pPr>
          <a:r>
            <a:rPr lang="es-ES" noProof="1"/>
            <a:t>Shooter 2D top-down</a:t>
          </a:r>
        </a:p>
      </dgm:t>
    </dgm:pt>
    <dgm:pt modelId="{79C095F7-54C2-4661-9EEC-FB1930137697}" type="parTrans" cxnId="{1663467B-DAFB-4467-847C-A748905F46E0}">
      <dgm:prSet/>
      <dgm:spPr/>
      <dgm:t>
        <a:bodyPr/>
        <a:lstStyle/>
        <a:p>
          <a:endParaRPr lang="en-GB"/>
        </a:p>
      </dgm:t>
    </dgm:pt>
    <dgm:pt modelId="{F43BAB4C-0FDC-412E-BA7F-C0D4F7D0E009}" type="sibTrans" cxnId="{1663467B-DAFB-4467-847C-A748905F46E0}">
      <dgm:prSet/>
      <dgm:spPr/>
      <dgm:t>
        <a:bodyPr/>
        <a:lstStyle/>
        <a:p>
          <a:endParaRPr lang="en-GB"/>
        </a:p>
      </dgm:t>
    </dgm:pt>
    <dgm:pt modelId="{44A20466-D80F-4DF2-BEF7-F0C101CC1A11}">
      <dgm:prSet phldrT="[Text]" phldr="0"/>
      <dgm:spPr/>
      <dgm:t>
        <a:bodyPr/>
        <a:lstStyle/>
        <a:p>
          <a:pPr>
            <a:buNone/>
          </a:pPr>
          <a:r>
            <a:rPr lang="es-ES" noProof="1"/>
            <a:t>Inspirado estéticamente en Asteroids</a:t>
          </a:r>
        </a:p>
      </dgm:t>
    </dgm:pt>
    <dgm:pt modelId="{25E7831D-DD07-460E-AF3A-D6C7FB6A1C3B}" type="parTrans" cxnId="{887EA876-8A25-4FAD-8470-A16EF89BF037}">
      <dgm:prSet/>
      <dgm:spPr/>
      <dgm:t>
        <a:bodyPr/>
        <a:lstStyle/>
        <a:p>
          <a:endParaRPr lang="en-GB"/>
        </a:p>
      </dgm:t>
    </dgm:pt>
    <dgm:pt modelId="{A7620BD7-D919-495B-B43D-F350D73F72CF}" type="sibTrans" cxnId="{887EA876-8A25-4FAD-8470-A16EF89BF037}">
      <dgm:prSet/>
      <dgm:spPr/>
      <dgm:t>
        <a:bodyPr/>
        <a:lstStyle/>
        <a:p>
          <a:endParaRPr lang="en-GB"/>
        </a:p>
      </dgm:t>
    </dgm:pt>
    <dgm:pt modelId="{2E769E4A-366D-465D-9B3F-FA6658844A15}">
      <dgm:prSet phldrT="[Text]" phldr="0"/>
      <dgm:spPr/>
      <dgm:t>
        <a:bodyPr/>
        <a:lstStyle/>
        <a:p>
          <a:pPr>
            <a:buNone/>
          </a:pPr>
          <a:r>
            <a:rPr lang="es-ES" noProof="1"/>
            <a:t>Mecánicas</a:t>
          </a:r>
        </a:p>
      </dgm:t>
    </dgm:pt>
    <dgm:pt modelId="{F4DF7AD2-C98D-4418-86F4-EEDAC5CF76F8}" type="parTrans" cxnId="{16338445-2508-4A60-919C-450730DC50FB}">
      <dgm:prSet/>
      <dgm:spPr/>
      <dgm:t>
        <a:bodyPr/>
        <a:lstStyle/>
        <a:p>
          <a:endParaRPr lang="en-GB"/>
        </a:p>
      </dgm:t>
    </dgm:pt>
    <dgm:pt modelId="{3BCEA419-377E-42DC-ACE1-39AAC1857E19}" type="sibTrans" cxnId="{16338445-2508-4A60-919C-450730DC50FB}">
      <dgm:prSet/>
      <dgm:spPr/>
      <dgm:t>
        <a:bodyPr/>
        <a:lstStyle/>
        <a:p>
          <a:endParaRPr lang="en-GB"/>
        </a:p>
      </dgm:t>
    </dgm:pt>
    <dgm:pt modelId="{EA227156-7BA2-4411-9E8C-F9E8344C55C5}">
      <dgm:prSet phldrT="[Text]" phldr="0"/>
      <dgm:spPr/>
      <dgm:t>
        <a:bodyPr/>
        <a:lstStyle/>
        <a:p>
          <a:pPr>
            <a:buNone/>
          </a:pPr>
          <a:r>
            <a:rPr lang="es-ES" noProof="1"/>
            <a:t>Jugador controla nave</a:t>
          </a:r>
        </a:p>
      </dgm:t>
    </dgm:pt>
    <dgm:pt modelId="{B16E4F41-C843-440A-AF7E-BF04D0780679}" type="parTrans" cxnId="{41EEDA16-88D7-4B7D-8929-A0AEBEB242FE}">
      <dgm:prSet/>
      <dgm:spPr/>
      <dgm:t>
        <a:bodyPr/>
        <a:lstStyle/>
        <a:p>
          <a:endParaRPr lang="en-GB"/>
        </a:p>
      </dgm:t>
    </dgm:pt>
    <dgm:pt modelId="{4D3D96CD-3A5E-411B-A675-DBEC76438183}" type="sibTrans" cxnId="{41EEDA16-88D7-4B7D-8929-A0AEBEB242FE}">
      <dgm:prSet/>
      <dgm:spPr/>
      <dgm:t>
        <a:bodyPr/>
        <a:lstStyle/>
        <a:p>
          <a:endParaRPr lang="en-GB"/>
        </a:p>
      </dgm:t>
    </dgm:pt>
    <dgm:pt modelId="{A7D74FD1-E0F9-440F-A0E9-89F37B768C3E}">
      <dgm:prSet phldrT="[Text]" phldr="0"/>
      <dgm:spPr/>
      <dgm:t>
        <a:bodyPr/>
        <a:lstStyle/>
        <a:p>
          <a:pPr>
            <a:buNone/>
          </a:pPr>
          <a:r>
            <a:rPr lang="es-ES" noProof="1"/>
            <a:t>WASD para moverse</a:t>
          </a:r>
        </a:p>
      </dgm:t>
    </dgm:pt>
    <dgm:pt modelId="{03B6BFF8-3508-4402-A7BF-F9F5BB285100}" type="parTrans" cxnId="{345ECF7D-E611-4ABB-B091-34427E427C27}">
      <dgm:prSet/>
      <dgm:spPr/>
      <dgm:t>
        <a:bodyPr/>
        <a:lstStyle/>
        <a:p>
          <a:endParaRPr lang="en-GB"/>
        </a:p>
      </dgm:t>
    </dgm:pt>
    <dgm:pt modelId="{B50213CC-09A6-4BC1-82E7-A85B91ED2821}" type="sibTrans" cxnId="{345ECF7D-E611-4ABB-B091-34427E427C27}">
      <dgm:prSet/>
      <dgm:spPr/>
      <dgm:t>
        <a:bodyPr/>
        <a:lstStyle/>
        <a:p>
          <a:endParaRPr lang="en-GB"/>
        </a:p>
      </dgm:t>
    </dgm:pt>
    <dgm:pt modelId="{FE86205F-3D8A-41F4-93A5-44B2519EAA55}">
      <dgm:prSet phldrT="[Text]" phldr="0"/>
      <dgm:spPr/>
      <dgm:t>
        <a:bodyPr/>
        <a:lstStyle/>
        <a:p>
          <a:pPr>
            <a:buNone/>
          </a:pPr>
          <a:r>
            <a:rPr lang="es-ES" noProof="1"/>
            <a:t>Click izquierdo disparar</a:t>
          </a:r>
        </a:p>
      </dgm:t>
    </dgm:pt>
    <dgm:pt modelId="{79143222-EC04-4A7A-9CAE-7C6107B9F3FF}" type="parTrans" cxnId="{2B21DE02-F794-4F33-BDDE-8BA8609DFF3D}">
      <dgm:prSet/>
      <dgm:spPr/>
      <dgm:t>
        <a:bodyPr/>
        <a:lstStyle/>
        <a:p>
          <a:endParaRPr lang="en-GB"/>
        </a:p>
      </dgm:t>
    </dgm:pt>
    <dgm:pt modelId="{776805B9-E62E-46C6-A910-716578453312}" type="sibTrans" cxnId="{2B21DE02-F794-4F33-BDDE-8BA8609DFF3D}">
      <dgm:prSet/>
      <dgm:spPr/>
      <dgm:t>
        <a:bodyPr/>
        <a:lstStyle/>
        <a:p>
          <a:endParaRPr lang="en-GB"/>
        </a:p>
      </dgm:t>
    </dgm:pt>
    <dgm:pt modelId="{0AE28D6F-30B6-4017-BED2-2C28E5D2140B}">
      <dgm:prSet phldrT="[Text]" phldr="0"/>
      <dgm:spPr/>
      <dgm:t>
        <a:bodyPr/>
        <a:lstStyle/>
        <a:p>
          <a:pPr>
            <a:buNone/>
          </a:pPr>
          <a:r>
            <a:rPr lang="es-ES" noProof="1"/>
            <a:t>P para pausar</a:t>
          </a:r>
        </a:p>
      </dgm:t>
    </dgm:pt>
    <dgm:pt modelId="{956262D3-0049-4C0A-8415-09950D55648A}" type="parTrans" cxnId="{D762A59A-DE54-4C25-A66A-E6611A7FC41B}">
      <dgm:prSet/>
      <dgm:spPr/>
      <dgm:t>
        <a:bodyPr/>
        <a:lstStyle/>
        <a:p>
          <a:endParaRPr lang="en-GB"/>
        </a:p>
      </dgm:t>
    </dgm:pt>
    <dgm:pt modelId="{54EB1694-A0CD-4802-9E6B-D7AB09F34F73}" type="sibTrans" cxnId="{D762A59A-DE54-4C25-A66A-E6611A7FC41B}">
      <dgm:prSet/>
      <dgm:spPr/>
      <dgm:t>
        <a:bodyPr/>
        <a:lstStyle/>
        <a:p>
          <a:endParaRPr lang="en-GB"/>
        </a:p>
      </dgm:t>
    </dgm:pt>
    <dgm:pt modelId="{C8B4A7C8-F660-4654-A688-C3D77473E001}">
      <dgm:prSet phldrT="[Text]" phldr="0"/>
      <dgm:spPr/>
      <dgm:t>
        <a:bodyPr/>
        <a:lstStyle/>
        <a:p>
          <a:pPr>
            <a:buNone/>
          </a:pPr>
          <a:r>
            <a:rPr lang="es-ES" noProof="1"/>
            <a:t>Power-ups</a:t>
          </a:r>
        </a:p>
      </dgm:t>
    </dgm:pt>
    <dgm:pt modelId="{C1E73CF8-921C-43D5-A27D-AC3A5BF93044}" type="parTrans" cxnId="{EAA37962-E68A-4A83-B567-6088A6DFB009}">
      <dgm:prSet/>
      <dgm:spPr/>
      <dgm:t>
        <a:bodyPr/>
        <a:lstStyle/>
        <a:p>
          <a:endParaRPr lang="en-GB"/>
        </a:p>
      </dgm:t>
    </dgm:pt>
    <dgm:pt modelId="{3E0D037C-4DD8-466B-8FC7-147D33F29D99}" type="sibTrans" cxnId="{EAA37962-E68A-4A83-B567-6088A6DFB009}">
      <dgm:prSet/>
      <dgm:spPr/>
      <dgm:t>
        <a:bodyPr/>
        <a:lstStyle/>
        <a:p>
          <a:endParaRPr lang="en-GB"/>
        </a:p>
      </dgm:t>
    </dgm:pt>
    <dgm:pt modelId="{411E6930-2808-4E0F-B75C-00B63C5AE119}">
      <dgm:prSet phldrT="[Text]" phldr="0"/>
      <dgm:spPr/>
      <dgm:t>
        <a:bodyPr/>
        <a:lstStyle/>
        <a:p>
          <a:pPr>
            <a:buNone/>
          </a:pPr>
          <a:r>
            <a:rPr lang="es-ES" noProof="1"/>
            <a:t>Loop del juego</a:t>
          </a:r>
        </a:p>
      </dgm:t>
    </dgm:pt>
    <dgm:pt modelId="{C0FA20C9-9C4C-4E6E-97B4-775EB0A45B6A}" type="parTrans" cxnId="{2B2F1582-8C43-4064-8820-AE3D50A1590A}">
      <dgm:prSet/>
      <dgm:spPr/>
      <dgm:t>
        <a:bodyPr/>
        <a:lstStyle/>
        <a:p>
          <a:endParaRPr lang="en-GB"/>
        </a:p>
      </dgm:t>
    </dgm:pt>
    <dgm:pt modelId="{82D82B18-46DA-44D2-8CC3-036D23E5D75F}" type="sibTrans" cxnId="{2B2F1582-8C43-4064-8820-AE3D50A1590A}">
      <dgm:prSet/>
      <dgm:spPr/>
      <dgm:t>
        <a:bodyPr/>
        <a:lstStyle/>
        <a:p>
          <a:endParaRPr lang="en-GB"/>
        </a:p>
      </dgm:t>
    </dgm:pt>
    <dgm:pt modelId="{7615D67D-A7E6-425B-B946-4958BA1507B4}">
      <dgm:prSet phldrT="[Text]" phldr="0"/>
      <dgm:spPr/>
      <dgm:t>
        <a:bodyPr/>
        <a:lstStyle/>
        <a:p>
          <a:pPr>
            <a:buNone/>
          </a:pPr>
          <a:r>
            <a:rPr lang="es-ES" noProof="1"/>
            <a:t>Enemigos aparecen en oleadas cada vez más frecuentes</a:t>
          </a:r>
        </a:p>
      </dgm:t>
    </dgm:pt>
    <dgm:pt modelId="{D4680632-6FB1-441C-880E-9ADEAD42D25D}" type="parTrans" cxnId="{9BA9A552-B2F1-457A-9F16-DB368A2642FC}">
      <dgm:prSet/>
      <dgm:spPr/>
      <dgm:t>
        <a:bodyPr/>
        <a:lstStyle/>
        <a:p>
          <a:endParaRPr lang="en-GB"/>
        </a:p>
      </dgm:t>
    </dgm:pt>
    <dgm:pt modelId="{D3D7CBAF-520E-462E-B682-898A08BA4DE9}" type="sibTrans" cxnId="{9BA9A552-B2F1-457A-9F16-DB368A2642FC}">
      <dgm:prSet/>
      <dgm:spPr/>
      <dgm:t>
        <a:bodyPr/>
        <a:lstStyle/>
        <a:p>
          <a:endParaRPr lang="en-GB"/>
        </a:p>
      </dgm:t>
    </dgm:pt>
    <dgm:pt modelId="{FDA0CD50-E6D4-4DA9-BB17-4767913096FB}">
      <dgm:prSet phldrT="[Text]" phldr="0"/>
      <dgm:spPr/>
      <dgm:t>
        <a:bodyPr/>
        <a:lstStyle/>
        <a:p>
          <a:pPr>
            <a:buNone/>
          </a:pPr>
          <a:r>
            <a:rPr lang="es-ES" noProof="1"/>
            <a:t>Sobrevivir lo máximo posible adquiriendo la máxima puntuación</a:t>
          </a:r>
        </a:p>
      </dgm:t>
    </dgm:pt>
    <dgm:pt modelId="{326D64C5-C279-4301-AA0E-018266C635D6}" type="parTrans" cxnId="{185F721E-ED1D-4032-8B8A-CDBDC99C9C74}">
      <dgm:prSet/>
      <dgm:spPr/>
      <dgm:t>
        <a:bodyPr/>
        <a:lstStyle/>
        <a:p>
          <a:endParaRPr lang="en-GB"/>
        </a:p>
      </dgm:t>
    </dgm:pt>
    <dgm:pt modelId="{4D88724B-7EC7-43BA-B5B9-F0490797CE71}" type="sibTrans" cxnId="{185F721E-ED1D-4032-8B8A-CDBDC99C9C74}">
      <dgm:prSet/>
      <dgm:spPr/>
      <dgm:t>
        <a:bodyPr/>
        <a:lstStyle/>
        <a:p>
          <a:endParaRPr lang="en-GB"/>
        </a:p>
      </dgm:t>
    </dgm:pt>
    <dgm:pt modelId="{84D85BF7-734B-429B-AD58-C340B150A007}">
      <dgm:prSet phldrT="[Text]" phldr="0"/>
      <dgm:spPr/>
      <dgm:t>
        <a:bodyPr/>
        <a:lstStyle/>
        <a:p>
          <a:pPr>
            <a:buNone/>
          </a:pPr>
          <a:r>
            <a:rPr lang="es-ES" noProof="1"/>
            <a:t>Estadísticas se muestran en la pantalla de Game Over</a:t>
          </a:r>
        </a:p>
      </dgm:t>
    </dgm:pt>
    <dgm:pt modelId="{BA4CEBEF-796A-4340-BBD0-D5CBE1A2450D}" type="parTrans" cxnId="{15A78CFF-3CC7-4CD1-BAE9-A7B1B15DBD0D}">
      <dgm:prSet/>
      <dgm:spPr/>
      <dgm:t>
        <a:bodyPr/>
        <a:lstStyle/>
        <a:p>
          <a:endParaRPr lang="en-GB"/>
        </a:p>
      </dgm:t>
    </dgm:pt>
    <dgm:pt modelId="{FA893ADE-4EFF-4402-B971-9D9705E36A89}" type="sibTrans" cxnId="{15A78CFF-3CC7-4CD1-BAE9-A7B1B15DBD0D}">
      <dgm:prSet/>
      <dgm:spPr/>
      <dgm:t>
        <a:bodyPr/>
        <a:lstStyle/>
        <a:p>
          <a:endParaRPr lang="en-GB"/>
        </a:p>
      </dgm:t>
    </dgm:pt>
    <dgm:pt modelId="{DB2B498D-0789-413F-B5C0-2986F5A310F3}">
      <dgm:prSet phldrT="[Text]" phldr="0"/>
      <dgm:spPr/>
      <dgm:t>
        <a:bodyPr/>
        <a:lstStyle/>
        <a:p>
          <a:pPr>
            <a:buNone/>
          </a:pPr>
          <a:r>
            <a:rPr lang="es-ES" noProof="1"/>
            <a:t>Assets usados</a:t>
          </a:r>
        </a:p>
      </dgm:t>
    </dgm:pt>
    <dgm:pt modelId="{2AF236BB-EC8F-42C8-A6E3-43676105582C}" type="parTrans" cxnId="{7E334407-DF1F-430F-9399-B9168D84BD0D}">
      <dgm:prSet/>
      <dgm:spPr/>
      <dgm:t>
        <a:bodyPr/>
        <a:lstStyle/>
        <a:p>
          <a:endParaRPr lang="en-GB"/>
        </a:p>
      </dgm:t>
    </dgm:pt>
    <dgm:pt modelId="{FB5B3901-07F9-49EB-9A35-8AEC974DEC1B}" type="sibTrans" cxnId="{7E334407-DF1F-430F-9399-B9168D84BD0D}">
      <dgm:prSet/>
      <dgm:spPr/>
      <dgm:t>
        <a:bodyPr/>
        <a:lstStyle/>
        <a:p>
          <a:endParaRPr lang="en-GB"/>
        </a:p>
      </dgm:t>
    </dgm:pt>
    <dgm:pt modelId="{F4A3BBA5-FC5F-4B98-A9B6-521DF32E0C85}">
      <dgm:prSet phldrT="[Text]" phldr="0"/>
      <dgm:spPr/>
      <dgm:t>
        <a:bodyPr/>
        <a:lstStyle/>
        <a:p>
          <a:pPr>
            <a:buNone/>
          </a:pPr>
          <a:r>
            <a:rPr lang="es-ES" noProof="1"/>
            <a:t>Asset pack Space Shooter Redux de Kenney</a:t>
          </a:r>
        </a:p>
      </dgm:t>
    </dgm:pt>
    <dgm:pt modelId="{7722CDA4-8905-4D56-88BF-F29CF452AAFA}" type="parTrans" cxnId="{35E7C63E-003C-4D76-896B-0E64F46DD070}">
      <dgm:prSet/>
      <dgm:spPr/>
      <dgm:t>
        <a:bodyPr/>
        <a:lstStyle/>
        <a:p>
          <a:endParaRPr lang="en-GB"/>
        </a:p>
      </dgm:t>
    </dgm:pt>
    <dgm:pt modelId="{DD372807-496B-45EE-BAB1-C22A32F5E587}" type="sibTrans" cxnId="{35E7C63E-003C-4D76-896B-0E64F46DD070}">
      <dgm:prSet/>
      <dgm:spPr/>
      <dgm:t>
        <a:bodyPr/>
        <a:lstStyle/>
        <a:p>
          <a:endParaRPr lang="en-GB"/>
        </a:p>
      </dgm:t>
    </dgm:pt>
    <dgm:pt modelId="{82637C1C-CD0A-45B8-8A82-71A2964E162C}">
      <dgm:prSet phldrT="[Text]" phldr="0"/>
      <dgm:spPr/>
      <dgm:t>
        <a:bodyPr/>
        <a:lstStyle/>
        <a:p>
          <a:pPr>
            <a:buNone/>
          </a:pPr>
          <a:r>
            <a:rPr lang="es-ES" noProof="1"/>
            <a:t>Fuente Alien Invader de DaFont</a:t>
          </a:r>
        </a:p>
      </dgm:t>
    </dgm:pt>
    <dgm:pt modelId="{0640DC2B-D738-4471-A7F0-CD617899C785}" type="parTrans" cxnId="{7926D745-1CD6-4EC8-9251-B6370BD5FDD2}">
      <dgm:prSet/>
      <dgm:spPr/>
      <dgm:t>
        <a:bodyPr/>
        <a:lstStyle/>
        <a:p>
          <a:endParaRPr lang="en-GB"/>
        </a:p>
      </dgm:t>
    </dgm:pt>
    <dgm:pt modelId="{C41DD23B-61D5-4770-9CAF-D4C530BA16D6}" type="sibTrans" cxnId="{7926D745-1CD6-4EC8-9251-B6370BD5FDD2}">
      <dgm:prSet/>
      <dgm:spPr/>
      <dgm:t>
        <a:bodyPr/>
        <a:lstStyle/>
        <a:p>
          <a:endParaRPr lang="en-GB"/>
        </a:p>
      </dgm:t>
    </dgm:pt>
    <dgm:pt modelId="{ADE2C473-877C-44E1-ADD0-070F18E5582C}">
      <dgm:prSet phldrT="[Text]" phldr="0"/>
      <dgm:spPr/>
      <dgm:t>
        <a:bodyPr/>
        <a:lstStyle/>
        <a:p>
          <a:pPr>
            <a:buNone/>
          </a:pPr>
          <a:r>
            <a:rPr lang="es-ES" noProof="1"/>
            <a:t>Música sacada de OpenGameArt</a:t>
          </a:r>
        </a:p>
      </dgm:t>
    </dgm:pt>
    <dgm:pt modelId="{4CD50012-5D3D-41CE-844E-C09F8A0AC048}" type="parTrans" cxnId="{6D70A66F-7CE3-45D4-B77D-E443F98CC1AE}">
      <dgm:prSet/>
      <dgm:spPr/>
      <dgm:t>
        <a:bodyPr/>
        <a:lstStyle/>
        <a:p>
          <a:endParaRPr lang="en-GB"/>
        </a:p>
      </dgm:t>
    </dgm:pt>
    <dgm:pt modelId="{2A94DCDB-509F-4D48-A9C5-FFC66B451FA7}" type="sibTrans" cxnId="{6D70A66F-7CE3-45D4-B77D-E443F98CC1AE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6EFB93-97BC-49C4-BDF2-98CFDB6B0A75}" type="pres">
      <dgm:prSet presAssocID="{E50859AA-9BD3-42D2-947F-048133AAFB4B}" presName="root" presStyleCnt="0"/>
      <dgm:spPr/>
    </dgm:pt>
    <dgm:pt modelId="{908876AF-1EA6-4C52-83D5-8AE6B07C1800}" type="pres">
      <dgm:prSet presAssocID="{E50859AA-9BD3-42D2-947F-048133AAFB4B}" presName="rootComposite" presStyleCnt="0"/>
      <dgm:spPr/>
    </dgm:pt>
    <dgm:pt modelId="{04EC10E9-ED64-4605-B32B-40CB098B08FD}" type="pres">
      <dgm:prSet presAssocID="{E50859AA-9BD3-42D2-947F-048133AAFB4B}" presName="rootText" presStyleLbl="node1" presStyleIdx="0" presStyleCnt="4"/>
      <dgm:spPr/>
    </dgm:pt>
    <dgm:pt modelId="{00DE4E6C-C2EA-41CC-9B9C-BF3015862EAB}" type="pres">
      <dgm:prSet presAssocID="{E50859AA-9BD3-42D2-947F-048133AAFB4B}" presName="rootConnector" presStyleLbl="node1" presStyleIdx="0" presStyleCnt="4"/>
      <dgm:spPr/>
    </dgm:pt>
    <dgm:pt modelId="{1A0C345F-98BC-4CA3-BE87-F766D4A9D689}" type="pres">
      <dgm:prSet presAssocID="{E50859AA-9BD3-42D2-947F-048133AAFB4B}" presName="childShape" presStyleCnt="0"/>
      <dgm:spPr/>
    </dgm:pt>
    <dgm:pt modelId="{CDC32A5C-F9C8-45F4-8A4B-C989DC2E4909}" type="pres">
      <dgm:prSet presAssocID="{79C095F7-54C2-4661-9EEC-FB1930137697}" presName="Name13" presStyleLbl="parChTrans1D2" presStyleIdx="0" presStyleCnt="13"/>
      <dgm:spPr/>
    </dgm:pt>
    <dgm:pt modelId="{5B0A29A3-3D5C-4991-839A-ABB11D5FA9F9}" type="pres">
      <dgm:prSet presAssocID="{D2582693-31B5-4179-A2B5-BDCC8D2BC3BB}" presName="childText" presStyleLbl="bgAcc1" presStyleIdx="0" presStyleCnt="13">
        <dgm:presLayoutVars>
          <dgm:bulletEnabled val="1"/>
        </dgm:presLayoutVars>
      </dgm:prSet>
      <dgm:spPr/>
    </dgm:pt>
    <dgm:pt modelId="{84A96E4F-0C21-47CE-BDB3-A634510DE6B8}" type="pres">
      <dgm:prSet presAssocID="{25E7831D-DD07-460E-AF3A-D6C7FB6A1C3B}" presName="Name13" presStyleLbl="parChTrans1D2" presStyleIdx="1" presStyleCnt="13"/>
      <dgm:spPr/>
    </dgm:pt>
    <dgm:pt modelId="{86673D54-92C4-41B0-8542-77666D733838}" type="pres">
      <dgm:prSet presAssocID="{44A20466-D80F-4DF2-BEF7-F0C101CC1A11}" presName="childText" presStyleLbl="bgAcc1" presStyleIdx="1" presStyleCnt="13">
        <dgm:presLayoutVars>
          <dgm:bulletEnabled val="1"/>
        </dgm:presLayoutVars>
      </dgm:prSet>
      <dgm:spPr/>
    </dgm:pt>
    <dgm:pt modelId="{02EAACEC-3B1F-49FB-B245-D31375C53CA8}" type="pres">
      <dgm:prSet presAssocID="{2E769E4A-366D-465D-9B3F-FA6658844A15}" presName="root" presStyleCnt="0"/>
      <dgm:spPr/>
    </dgm:pt>
    <dgm:pt modelId="{BF824354-42B0-494D-A5E9-CCC8F0E8472D}" type="pres">
      <dgm:prSet presAssocID="{2E769E4A-366D-465D-9B3F-FA6658844A15}" presName="rootComposite" presStyleCnt="0"/>
      <dgm:spPr/>
    </dgm:pt>
    <dgm:pt modelId="{F2261377-5FD0-41FD-AA7B-604EFB44EBF3}" type="pres">
      <dgm:prSet presAssocID="{2E769E4A-366D-465D-9B3F-FA6658844A15}" presName="rootText" presStyleLbl="node1" presStyleIdx="1" presStyleCnt="4"/>
      <dgm:spPr/>
    </dgm:pt>
    <dgm:pt modelId="{47EED970-6D02-4B09-88A9-87866B9C719C}" type="pres">
      <dgm:prSet presAssocID="{2E769E4A-366D-465D-9B3F-FA6658844A15}" presName="rootConnector" presStyleLbl="node1" presStyleIdx="1" presStyleCnt="4"/>
      <dgm:spPr/>
    </dgm:pt>
    <dgm:pt modelId="{307D47A0-6627-4888-8707-F80E1AD26AF2}" type="pres">
      <dgm:prSet presAssocID="{2E769E4A-366D-465D-9B3F-FA6658844A15}" presName="childShape" presStyleCnt="0"/>
      <dgm:spPr/>
    </dgm:pt>
    <dgm:pt modelId="{A5829D46-AB05-427D-BB95-56B4E9163C1E}" type="pres">
      <dgm:prSet presAssocID="{B16E4F41-C843-440A-AF7E-BF04D0780679}" presName="Name13" presStyleLbl="parChTrans1D2" presStyleIdx="2" presStyleCnt="13"/>
      <dgm:spPr/>
    </dgm:pt>
    <dgm:pt modelId="{B8711D8E-EEEF-4990-BA7B-AC8E3707CDC3}" type="pres">
      <dgm:prSet presAssocID="{EA227156-7BA2-4411-9E8C-F9E8344C55C5}" presName="childText" presStyleLbl="bgAcc1" presStyleIdx="2" presStyleCnt="13">
        <dgm:presLayoutVars>
          <dgm:bulletEnabled val="1"/>
        </dgm:presLayoutVars>
      </dgm:prSet>
      <dgm:spPr/>
    </dgm:pt>
    <dgm:pt modelId="{E849A416-B4BE-4987-AA0A-8F3592BF4598}" type="pres">
      <dgm:prSet presAssocID="{03B6BFF8-3508-4402-A7BF-F9F5BB285100}" presName="Name13" presStyleLbl="parChTrans1D2" presStyleIdx="3" presStyleCnt="13"/>
      <dgm:spPr/>
    </dgm:pt>
    <dgm:pt modelId="{13A10C9F-1589-4922-8FED-B5960B6912EA}" type="pres">
      <dgm:prSet presAssocID="{A7D74FD1-E0F9-440F-A0E9-89F37B768C3E}" presName="childText" presStyleLbl="bgAcc1" presStyleIdx="3" presStyleCnt="13">
        <dgm:presLayoutVars>
          <dgm:bulletEnabled val="1"/>
        </dgm:presLayoutVars>
      </dgm:prSet>
      <dgm:spPr/>
    </dgm:pt>
    <dgm:pt modelId="{87FBEE61-35D1-41A8-86E5-9CECDF49CFD3}" type="pres">
      <dgm:prSet presAssocID="{79143222-EC04-4A7A-9CAE-7C6107B9F3FF}" presName="Name13" presStyleLbl="parChTrans1D2" presStyleIdx="4" presStyleCnt="13"/>
      <dgm:spPr/>
    </dgm:pt>
    <dgm:pt modelId="{DBE09CD9-0F4A-42A8-BB2D-D7B813CE6B82}" type="pres">
      <dgm:prSet presAssocID="{FE86205F-3D8A-41F4-93A5-44B2519EAA55}" presName="childText" presStyleLbl="bgAcc1" presStyleIdx="4" presStyleCnt="13">
        <dgm:presLayoutVars>
          <dgm:bulletEnabled val="1"/>
        </dgm:presLayoutVars>
      </dgm:prSet>
      <dgm:spPr/>
    </dgm:pt>
    <dgm:pt modelId="{8F3E934E-B512-4129-B73A-55EFAD98CCDF}" type="pres">
      <dgm:prSet presAssocID="{956262D3-0049-4C0A-8415-09950D55648A}" presName="Name13" presStyleLbl="parChTrans1D2" presStyleIdx="5" presStyleCnt="13"/>
      <dgm:spPr/>
    </dgm:pt>
    <dgm:pt modelId="{27B23364-AA41-4DFB-BB8E-664EC4F3A580}" type="pres">
      <dgm:prSet presAssocID="{0AE28D6F-30B6-4017-BED2-2C28E5D2140B}" presName="childText" presStyleLbl="bgAcc1" presStyleIdx="5" presStyleCnt="13">
        <dgm:presLayoutVars>
          <dgm:bulletEnabled val="1"/>
        </dgm:presLayoutVars>
      </dgm:prSet>
      <dgm:spPr/>
    </dgm:pt>
    <dgm:pt modelId="{753E472B-423E-4FCA-9B0C-9C0DF020722D}" type="pres">
      <dgm:prSet presAssocID="{C1E73CF8-921C-43D5-A27D-AC3A5BF93044}" presName="Name13" presStyleLbl="parChTrans1D2" presStyleIdx="6" presStyleCnt="13"/>
      <dgm:spPr/>
    </dgm:pt>
    <dgm:pt modelId="{FC1615FE-66EA-49BE-85D4-7C14D8E43358}" type="pres">
      <dgm:prSet presAssocID="{C8B4A7C8-F660-4654-A688-C3D77473E001}" presName="childText" presStyleLbl="bgAcc1" presStyleIdx="6" presStyleCnt="13">
        <dgm:presLayoutVars>
          <dgm:bulletEnabled val="1"/>
        </dgm:presLayoutVars>
      </dgm:prSet>
      <dgm:spPr/>
    </dgm:pt>
    <dgm:pt modelId="{E35EE092-1BD1-437F-9F8E-B9C634C1DEF0}" type="pres">
      <dgm:prSet presAssocID="{411E6930-2808-4E0F-B75C-00B63C5AE119}" presName="root" presStyleCnt="0"/>
      <dgm:spPr/>
    </dgm:pt>
    <dgm:pt modelId="{1BB1CAC7-387B-4DA6-B5C6-C3071CBAF433}" type="pres">
      <dgm:prSet presAssocID="{411E6930-2808-4E0F-B75C-00B63C5AE119}" presName="rootComposite" presStyleCnt="0"/>
      <dgm:spPr/>
    </dgm:pt>
    <dgm:pt modelId="{CF599ED5-5070-4007-BF50-773DFDE2FF1F}" type="pres">
      <dgm:prSet presAssocID="{411E6930-2808-4E0F-B75C-00B63C5AE119}" presName="rootText" presStyleLbl="node1" presStyleIdx="2" presStyleCnt="4"/>
      <dgm:spPr/>
    </dgm:pt>
    <dgm:pt modelId="{5929DD05-C45A-40E2-916D-BAC48118DE9D}" type="pres">
      <dgm:prSet presAssocID="{411E6930-2808-4E0F-B75C-00B63C5AE119}" presName="rootConnector" presStyleLbl="node1" presStyleIdx="2" presStyleCnt="4"/>
      <dgm:spPr/>
    </dgm:pt>
    <dgm:pt modelId="{1A734096-F3F0-4098-8A67-906B8FFFF403}" type="pres">
      <dgm:prSet presAssocID="{411E6930-2808-4E0F-B75C-00B63C5AE119}" presName="childShape" presStyleCnt="0"/>
      <dgm:spPr/>
    </dgm:pt>
    <dgm:pt modelId="{31851E23-E125-4B40-8288-859D43A7BD75}" type="pres">
      <dgm:prSet presAssocID="{D4680632-6FB1-441C-880E-9ADEAD42D25D}" presName="Name13" presStyleLbl="parChTrans1D2" presStyleIdx="7" presStyleCnt="13"/>
      <dgm:spPr/>
    </dgm:pt>
    <dgm:pt modelId="{53E2DCF5-86B3-48A2-8C0E-D0180D258485}" type="pres">
      <dgm:prSet presAssocID="{7615D67D-A7E6-425B-B946-4958BA1507B4}" presName="childText" presStyleLbl="bgAcc1" presStyleIdx="7" presStyleCnt="13">
        <dgm:presLayoutVars>
          <dgm:bulletEnabled val="1"/>
        </dgm:presLayoutVars>
      </dgm:prSet>
      <dgm:spPr/>
    </dgm:pt>
    <dgm:pt modelId="{FB913800-7C31-4568-BE42-3822D192DE5A}" type="pres">
      <dgm:prSet presAssocID="{326D64C5-C279-4301-AA0E-018266C635D6}" presName="Name13" presStyleLbl="parChTrans1D2" presStyleIdx="8" presStyleCnt="13"/>
      <dgm:spPr/>
    </dgm:pt>
    <dgm:pt modelId="{BEB178F6-670F-4801-B01B-C30BABAA4D5E}" type="pres">
      <dgm:prSet presAssocID="{FDA0CD50-E6D4-4DA9-BB17-4767913096FB}" presName="childText" presStyleLbl="bgAcc1" presStyleIdx="8" presStyleCnt="13">
        <dgm:presLayoutVars>
          <dgm:bulletEnabled val="1"/>
        </dgm:presLayoutVars>
      </dgm:prSet>
      <dgm:spPr/>
    </dgm:pt>
    <dgm:pt modelId="{05DA281C-7D93-4B5A-AFF8-FEA19F2D8525}" type="pres">
      <dgm:prSet presAssocID="{BA4CEBEF-796A-4340-BBD0-D5CBE1A2450D}" presName="Name13" presStyleLbl="parChTrans1D2" presStyleIdx="9" presStyleCnt="13"/>
      <dgm:spPr/>
    </dgm:pt>
    <dgm:pt modelId="{B1D9A8A4-BEE5-4643-8AE3-A763CE457408}" type="pres">
      <dgm:prSet presAssocID="{84D85BF7-734B-429B-AD58-C340B150A007}" presName="childText" presStyleLbl="bgAcc1" presStyleIdx="9" presStyleCnt="13">
        <dgm:presLayoutVars>
          <dgm:bulletEnabled val="1"/>
        </dgm:presLayoutVars>
      </dgm:prSet>
      <dgm:spPr/>
    </dgm:pt>
    <dgm:pt modelId="{BAF41DA4-508A-4AE8-A267-937F6764CD18}" type="pres">
      <dgm:prSet presAssocID="{DB2B498D-0789-413F-B5C0-2986F5A310F3}" presName="root" presStyleCnt="0"/>
      <dgm:spPr/>
    </dgm:pt>
    <dgm:pt modelId="{E8C5428B-D735-4E9D-9316-EDD187A2C740}" type="pres">
      <dgm:prSet presAssocID="{DB2B498D-0789-413F-B5C0-2986F5A310F3}" presName="rootComposite" presStyleCnt="0"/>
      <dgm:spPr/>
    </dgm:pt>
    <dgm:pt modelId="{9703DF41-1890-4685-B6C6-78CE494B6512}" type="pres">
      <dgm:prSet presAssocID="{DB2B498D-0789-413F-B5C0-2986F5A310F3}" presName="rootText" presStyleLbl="node1" presStyleIdx="3" presStyleCnt="4"/>
      <dgm:spPr/>
    </dgm:pt>
    <dgm:pt modelId="{104AF6D5-E09A-4C5D-A2EF-28E424C5BE6F}" type="pres">
      <dgm:prSet presAssocID="{DB2B498D-0789-413F-B5C0-2986F5A310F3}" presName="rootConnector" presStyleLbl="node1" presStyleIdx="3" presStyleCnt="4"/>
      <dgm:spPr/>
    </dgm:pt>
    <dgm:pt modelId="{EDCD9209-E6EA-414C-BFE1-BB6A1E6BA8E5}" type="pres">
      <dgm:prSet presAssocID="{DB2B498D-0789-413F-B5C0-2986F5A310F3}" presName="childShape" presStyleCnt="0"/>
      <dgm:spPr/>
    </dgm:pt>
    <dgm:pt modelId="{31586544-A923-4EE5-BA5D-C1FAE59545E0}" type="pres">
      <dgm:prSet presAssocID="{7722CDA4-8905-4D56-88BF-F29CF452AAFA}" presName="Name13" presStyleLbl="parChTrans1D2" presStyleIdx="10" presStyleCnt="13"/>
      <dgm:spPr/>
    </dgm:pt>
    <dgm:pt modelId="{5BD5F650-C2DC-4D4A-A0A4-B8ABE9F5DFFE}" type="pres">
      <dgm:prSet presAssocID="{F4A3BBA5-FC5F-4B98-A9B6-521DF32E0C85}" presName="childText" presStyleLbl="bgAcc1" presStyleIdx="10" presStyleCnt="13">
        <dgm:presLayoutVars>
          <dgm:bulletEnabled val="1"/>
        </dgm:presLayoutVars>
      </dgm:prSet>
      <dgm:spPr/>
    </dgm:pt>
    <dgm:pt modelId="{0506875E-AE0E-4334-8EAA-20A92A9295C7}" type="pres">
      <dgm:prSet presAssocID="{0640DC2B-D738-4471-A7F0-CD617899C785}" presName="Name13" presStyleLbl="parChTrans1D2" presStyleIdx="11" presStyleCnt="13"/>
      <dgm:spPr/>
    </dgm:pt>
    <dgm:pt modelId="{5955F9D1-FE01-4627-B445-E198D1258147}" type="pres">
      <dgm:prSet presAssocID="{82637C1C-CD0A-45B8-8A82-71A2964E162C}" presName="childText" presStyleLbl="bgAcc1" presStyleIdx="11" presStyleCnt="13">
        <dgm:presLayoutVars>
          <dgm:bulletEnabled val="1"/>
        </dgm:presLayoutVars>
      </dgm:prSet>
      <dgm:spPr/>
    </dgm:pt>
    <dgm:pt modelId="{E09828C9-59CD-41DD-ABE8-E7C21B4B51DE}" type="pres">
      <dgm:prSet presAssocID="{4CD50012-5D3D-41CE-844E-C09F8A0AC048}" presName="Name13" presStyleLbl="parChTrans1D2" presStyleIdx="12" presStyleCnt="13"/>
      <dgm:spPr/>
    </dgm:pt>
    <dgm:pt modelId="{A5B3D728-6D44-495B-8A88-1E6A48E5B143}" type="pres">
      <dgm:prSet presAssocID="{ADE2C473-877C-44E1-ADD0-070F18E5582C}" presName="childText" presStyleLbl="bgAcc1" presStyleIdx="12" presStyleCnt="13">
        <dgm:presLayoutVars>
          <dgm:bulletEnabled val="1"/>
        </dgm:presLayoutVars>
      </dgm:prSet>
      <dgm:spPr/>
    </dgm:pt>
  </dgm:ptLst>
  <dgm:cxnLst>
    <dgm:cxn modelId="{2B21DE02-F794-4F33-BDDE-8BA8609DFF3D}" srcId="{2E769E4A-366D-465D-9B3F-FA6658844A15}" destId="{FE86205F-3D8A-41F4-93A5-44B2519EAA55}" srcOrd="2" destOrd="0" parTransId="{79143222-EC04-4A7A-9CAE-7C6107B9F3FF}" sibTransId="{776805B9-E62E-46C6-A910-716578453312}"/>
    <dgm:cxn modelId="{7E334407-DF1F-430F-9399-B9168D84BD0D}" srcId="{BDB7CC9A-3BD2-4AAD-A511-80954914245A}" destId="{DB2B498D-0789-413F-B5C0-2986F5A310F3}" srcOrd="3" destOrd="0" parTransId="{2AF236BB-EC8F-42C8-A6E3-43676105582C}" sibTransId="{FB5B3901-07F9-49EB-9A35-8AEC974DEC1B}"/>
    <dgm:cxn modelId="{88EBFA09-026A-4F41-A65B-33AF6116BCFE}" type="presOf" srcId="{F4A3BBA5-FC5F-4B98-A9B6-521DF32E0C85}" destId="{5BD5F650-C2DC-4D4A-A0A4-B8ABE9F5DFFE}" srcOrd="0" destOrd="0" presId="urn:microsoft.com/office/officeart/2005/8/layout/hierarchy3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EE51480F-3B25-4DB8-B220-D00C488742E1}" type="presOf" srcId="{E50859AA-9BD3-42D2-947F-048133AAFB4B}" destId="{04EC10E9-ED64-4605-B32B-40CB098B08FD}" srcOrd="0" destOrd="0" presId="urn:microsoft.com/office/officeart/2005/8/layout/hierarchy3"/>
    <dgm:cxn modelId="{41EEDA16-88D7-4B7D-8929-A0AEBEB242FE}" srcId="{2E769E4A-366D-465D-9B3F-FA6658844A15}" destId="{EA227156-7BA2-4411-9E8C-F9E8344C55C5}" srcOrd="0" destOrd="0" parTransId="{B16E4F41-C843-440A-AF7E-BF04D0780679}" sibTransId="{4D3D96CD-3A5E-411B-A675-DBEC76438183}"/>
    <dgm:cxn modelId="{185F721E-ED1D-4032-8B8A-CDBDC99C9C74}" srcId="{411E6930-2808-4E0F-B75C-00B63C5AE119}" destId="{FDA0CD50-E6D4-4DA9-BB17-4767913096FB}" srcOrd="1" destOrd="0" parTransId="{326D64C5-C279-4301-AA0E-018266C635D6}" sibTransId="{4D88724B-7EC7-43BA-B5B9-F0490797CE71}"/>
    <dgm:cxn modelId="{A57DA721-1D74-418C-8D37-E03E318D3506}" type="presOf" srcId="{326D64C5-C279-4301-AA0E-018266C635D6}" destId="{FB913800-7C31-4568-BE42-3822D192DE5A}" srcOrd="0" destOrd="0" presId="urn:microsoft.com/office/officeart/2005/8/layout/hierarchy3"/>
    <dgm:cxn modelId="{2A451325-2036-4C13-83E5-F464AAA93F69}" type="presOf" srcId="{2E769E4A-366D-465D-9B3F-FA6658844A15}" destId="{47EED970-6D02-4B09-88A9-87866B9C719C}" srcOrd="1" destOrd="0" presId="urn:microsoft.com/office/officeart/2005/8/layout/hierarchy3"/>
    <dgm:cxn modelId="{1973542A-6376-4BB4-AB2D-26B386D89B5A}" type="presOf" srcId="{FE86205F-3D8A-41F4-93A5-44B2519EAA55}" destId="{DBE09CD9-0F4A-42A8-BB2D-D7B813CE6B82}" srcOrd="0" destOrd="0" presId="urn:microsoft.com/office/officeart/2005/8/layout/hierarchy3"/>
    <dgm:cxn modelId="{5466D52C-95D2-48D4-AC64-DA732B19FF38}" type="presOf" srcId="{2E769E4A-366D-465D-9B3F-FA6658844A15}" destId="{F2261377-5FD0-41FD-AA7B-604EFB44EBF3}" srcOrd="0" destOrd="0" presId="urn:microsoft.com/office/officeart/2005/8/layout/hierarchy3"/>
    <dgm:cxn modelId="{EAAE2E38-3A22-4235-B0BF-BD5D31474F7D}" type="presOf" srcId="{03B6BFF8-3508-4402-A7BF-F9F5BB285100}" destId="{E849A416-B4BE-4987-AA0A-8F3592BF4598}" srcOrd="0" destOrd="0" presId="urn:microsoft.com/office/officeart/2005/8/layout/hierarchy3"/>
    <dgm:cxn modelId="{35E7C63E-003C-4D76-896B-0E64F46DD070}" srcId="{DB2B498D-0789-413F-B5C0-2986F5A310F3}" destId="{F4A3BBA5-FC5F-4B98-A9B6-521DF32E0C85}" srcOrd="0" destOrd="0" parTransId="{7722CDA4-8905-4D56-88BF-F29CF452AAFA}" sibTransId="{DD372807-496B-45EE-BAB1-C22A32F5E587}"/>
    <dgm:cxn modelId="{95893440-4C89-403C-9925-346CBC28DA8C}" type="presOf" srcId="{411E6930-2808-4E0F-B75C-00B63C5AE119}" destId="{5929DD05-C45A-40E2-916D-BAC48118DE9D}" srcOrd="1" destOrd="0" presId="urn:microsoft.com/office/officeart/2005/8/layout/hierarchy3"/>
    <dgm:cxn modelId="{EAA37962-E68A-4A83-B567-6088A6DFB009}" srcId="{2E769E4A-366D-465D-9B3F-FA6658844A15}" destId="{C8B4A7C8-F660-4654-A688-C3D77473E001}" srcOrd="4" destOrd="0" parTransId="{C1E73CF8-921C-43D5-A27D-AC3A5BF93044}" sibTransId="{3E0D037C-4DD8-466B-8FC7-147D33F29D99}"/>
    <dgm:cxn modelId="{7716BC63-9742-489C-A7D4-B4B8CCF308B0}" type="presOf" srcId="{D4680632-6FB1-441C-880E-9ADEAD42D25D}" destId="{31851E23-E125-4B40-8288-859D43A7BD75}" srcOrd="0" destOrd="0" presId="urn:microsoft.com/office/officeart/2005/8/layout/hierarchy3"/>
    <dgm:cxn modelId="{16338445-2508-4A60-919C-450730DC50FB}" srcId="{BDB7CC9A-3BD2-4AAD-A511-80954914245A}" destId="{2E769E4A-366D-465D-9B3F-FA6658844A15}" srcOrd="1" destOrd="0" parTransId="{F4DF7AD2-C98D-4418-86F4-EEDAC5CF76F8}" sibTransId="{3BCEA419-377E-42DC-ACE1-39AAC1857E19}"/>
    <dgm:cxn modelId="{7926D745-1CD6-4EC8-9251-B6370BD5FDD2}" srcId="{DB2B498D-0789-413F-B5C0-2986F5A310F3}" destId="{82637C1C-CD0A-45B8-8A82-71A2964E162C}" srcOrd="1" destOrd="0" parTransId="{0640DC2B-D738-4471-A7F0-CD617899C785}" sibTransId="{C41DD23B-61D5-4770-9CAF-D4C530BA16D6}"/>
    <dgm:cxn modelId="{A94CCE46-A467-43A2-B409-0DCD369610F5}" type="presOf" srcId="{BA4CEBEF-796A-4340-BBD0-D5CBE1A2450D}" destId="{05DA281C-7D93-4B5A-AFF8-FEA19F2D8525}" srcOrd="0" destOrd="0" presId="urn:microsoft.com/office/officeart/2005/8/layout/hierarchy3"/>
    <dgm:cxn modelId="{BA0A2568-EF38-4A23-BA58-CD5F1732CF6C}" type="presOf" srcId="{0640DC2B-D738-4471-A7F0-CD617899C785}" destId="{0506875E-AE0E-4334-8EAA-20A92A9295C7}" srcOrd="0" destOrd="0" presId="urn:microsoft.com/office/officeart/2005/8/layout/hierarchy3"/>
    <dgm:cxn modelId="{6D70A66F-7CE3-45D4-B77D-E443F98CC1AE}" srcId="{DB2B498D-0789-413F-B5C0-2986F5A310F3}" destId="{ADE2C473-877C-44E1-ADD0-070F18E5582C}" srcOrd="2" destOrd="0" parTransId="{4CD50012-5D3D-41CE-844E-C09F8A0AC048}" sibTransId="{2A94DCDB-509F-4D48-A9C5-FFC66B451FA7}"/>
    <dgm:cxn modelId="{0344B14F-1394-4B47-972E-E36481B428FC}" type="presOf" srcId="{C1E73CF8-921C-43D5-A27D-AC3A5BF93044}" destId="{753E472B-423E-4FCA-9B0C-9C0DF020722D}" srcOrd="0" destOrd="0" presId="urn:microsoft.com/office/officeart/2005/8/layout/hierarchy3"/>
    <dgm:cxn modelId="{9BA9A552-B2F1-457A-9F16-DB368A2642FC}" srcId="{411E6930-2808-4E0F-B75C-00B63C5AE119}" destId="{7615D67D-A7E6-425B-B946-4958BA1507B4}" srcOrd="0" destOrd="0" parTransId="{D4680632-6FB1-441C-880E-9ADEAD42D25D}" sibTransId="{D3D7CBAF-520E-462E-B682-898A08BA4DE9}"/>
    <dgm:cxn modelId="{11FA4D55-755E-4B6B-88C8-3866128DB163}" type="presOf" srcId="{B16E4F41-C843-440A-AF7E-BF04D0780679}" destId="{A5829D46-AB05-427D-BB95-56B4E9163C1E}" srcOrd="0" destOrd="0" presId="urn:microsoft.com/office/officeart/2005/8/layout/hierarchy3"/>
    <dgm:cxn modelId="{887EA876-8A25-4FAD-8470-A16EF89BF037}" srcId="{E50859AA-9BD3-42D2-947F-048133AAFB4B}" destId="{44A20466-D80F-4DF2-BEF7-F0C101CC1A11}" srcOrd="1" destOrd="0" parTransId="{25E7831D-DD07-460E-AF3A-D6C7FB6A1C3B}" sibTransId="{A7620BD7-D919-495B-B43D-F350D73F72CF}"/>
    <dgm:cxn modelId="{7521527A-BDA5-4647-868D-561DFA97BCAF}" type="presOf" srcId="{79143222-EC04-4A7A-9CAE-7C6107B9F3FF}" destId="{87FBEE61-35D1-41A8-86E5-9CECDF49CFD3}" srcOrd="0" destOrd="0" presId="urn:microsoft.com/office/officeart/2005/8/layout/hierarchy3"/>
    <dgm:cxn modelId="{1663467B-DAFB-4467-847C-A748905F46E0}" srcId="{E50859AA-9BD3-42D2-947F-048133AAFB4B}" destId="{D2582693-31B5-4179-A2B5-BDCC8D2BC3BB}" srcOrd="0" destOrd="0" parTransId="{79C095F7-54C2-4661-9EEC-FB1930137697}" sibTransId="{F43BAB4C-0FDC-412E-BA7F-C0D4F7D0E009}"/>
    <dgm:cxn modelId="{345ECF7D-E611-4ABB-B091-34427E427C27}" srcId="{2E769E4A-366D-465D-9B3F-FA6658844A15}" destId="{A7D74FD1-E0F9-440F-A0E9-89F37B768C3E}" srcOrd="1" destOrd="0" parTransId="{03B6BFF8-3508-4402-A7BF-F9F5BB285100}" sibTransId="{B50213CC-09A6-4BC1-82E7-A85B91ED2821}"/>
    <dgm:cxn modelId="{49E1B581-0842-4D75-BF35-767DAFA03FDE}" type="presOf" srcId="{DB2B498D-0789-413F-B5C0-2986F5A310F3}" destId="{104AF6D5-E09A-4C5D-A2EF-28E424C5BE6F}" srcOrd="1" destOrd="0" presId="urn:microsoft.com/office/officeart/2005/8/layout/hierarchy3"/>
    <dgm:cxn modelId="{2B2F1582-8C43-4064-8820-AE3D50A1590A}" srcId="{BDB7CC9A-3BD2-4AAD-A511-80954914245A}" destId="{411E6930-2808-4E0F-B75C-00B63C5AE119}" srcOrd="2" destOrd="0" parTransId="{C0FA20C9-9C4C-4E6E-97B4-775EB0A45B6A}" sibTransId="{82D82B18-46DA-44D2-8CC3-036D23E5D75F}"/>
    <dgm:cxn modelId="{FA13D08D-29CD-4143-BBFF-CDE7CFA4D538}" type="presOf" srcId="{79C095F7-54C2-4661-9EEC-FB1930137697}" destId="{CDC32A5C-F9C8-45F4-8A4B-C989DC2E4909}" srcOrd="0" destOrd="0" presId="urn:microsoft.com/office/officeart/2005/8/layout/hierarchy3"/>
    <dgm:cxn modelId="{CEB4D396-C040-47D3-BCF8-53BDFD656444}" type="presOf" srcId="{25E7831D-DD07-460E-AF3A-D6C7FB6A1C3B}" destId="{84A96E4F-0C21-47CE-BDB3-A634510DE6B8}" srcOrd="0" destOrd="0" presId="urn:microsoft.com/office/officeart/2005/8/layout/hierarchy3"/>
    <dgm:cxn modelId="{CE9EBD97-AB01-4847-AE9B-29132A6D21E7}" type="presOf" srcId="{44A20466-D80F-4DF2-BEF7-F0C101CC1A11}" destId="{86673D54-92C4-41B0-8542-77666D733838}" srcOrd="0" destOrd="0" presId="urn:microsoft.com/office/officeart/2005/8/layout/hierarchy3"/>
    <dgm:cxn modelId="{5BCA9599-57EF-4536-8B39-9FD670E3C810}" type="presOf" srcId="{EA227156-7BA2-4411-9E8C-F9E8344C55C5}" destId="{B8711D8E-EEEF-4990-BA7B-AC8E3707CDC3}" srcOrd="0" destOrd="0" presId="urn:microsoft.com/office/officeart/2005/8/layout/hierarchy3"/>
    <dgm:cxn modelId="{FCF89599-D731-4854-9054-A0781F8D63A4}" type="presOf" srcId="{FDA0CD50-E6D4-4DA9-BB17-4767913096FB}" destId="{BEB178F6-670F-4801-B01B-C30BABAA4D5E}" srcOrd="0" destOrd="0" presId="urn:microsoft.com/office/officeart/2005/8/layout/hierarchy3"/>
    <dgm:cxn modelId="{D762A59A-DE54-4C25-A66A-E6611A7FC41B}" srcId="{2E769E4A-366D-465D-9B3F-FA6658844A15}" destId="{0AE28D6F-30B6-4017-BED2-2C28E5D2140B}" srcOrd="3" destOrd="0" parTransId="{956262D3-0049-4C0A-8415-09950D55648A}" sibTransId="{54EB1694-A0CD-4802-9E6B-D7AB09F34F73}"/>
    <dgm:cxn modelId="{23019E9D-790D-4551-8D41-FFB2473AED59}" type="presOf" srcId="{DB2B498D-0789-413F-B5C0-2986F5A310F3}" destId="{9703DF41-1890-4685-B6C6-78CE494B6512}" srcOrd="0" destOrd="0" presId="urn:microsoft.com/office/officeart/2005/8/layout/hierarchy3"/>
    <dgm:cxn modelId="{7D53549E-713D-4E48-86FD-D6B6C7767C01}" type="presOf" srcId="{411E6930-2808-4E0F-B75C-00B63C5AE119}" destId="{CF599ED5-5070-4007-BF50-773DFDE2FF1F}" srcOrd="0" destOrd="0" presId="urn:microsoft.com/office/officeart/2005/8/layout/hierarchy3"/>
    <dgm:cxn modelId="{9F11C6A8-27FC-4063-B494-F33DE4328EF6}" type="presOf" srcId="{7722CDA4-8905-4D56-88BF-F29CF452AAFA}" destId="{31586544-A923-4EE5-BA5D-C1FAE59545E0}" srcOrd="0" destOrd="0" presId="urn:microsoft.com/office/officeart/2005/8/layout/hierarchy3"/>
    <dgm:cxn modelId="{C2E10DB6-0570-41B0-922A-4B3F0AF9D4C8}" type="presOf" srcId="{84D85BF7-734B-429B-AD58-C340B150A007}" destId="{B1D9A8A4-BEE5-4643-8AE3-A763CE457408}" srcOrd="0" destOrd="0" presId="urn:microsoft.com/office/officeart/2005/8/layout/hierarchy3"/>
    <dgm:cxn modelId="{2B6E92BB-605F-4594-BCA9-DD2921AAFA04}" type="presOf" srcId="{0AE28D6F-30B6-4017-BED2-2C28E5D2140B}" destId="{27B23364-AA41-4DFB-BB8E-664EC4F3A580}" srcOrd="0" destOrd="0" presId="urn:microsoft.com/office/officeart/2005/8/layout/hierarchy3"/>
    <dgm:cxn modelId="{5B0928CA-7904-4A1C-9FCA-8B81323B697C}" type="presOf" srcId="{C8B4A7C8-F660-4654-A688-C3D77473E001}" destId="{FC1615FE-66EA-49BE-85D4-7C14D8E43358}" srcOrd="0" destOrd="0" presId="urn:microsoft.com/office/officeart/2005/8/layout/hierarchy3"/>
    <dgm:cxn modelId="{490BB3CB-40B1-4600-A468-EEB554B27ED8}" type="presOf" srcId="{ADE2C473-877C-44E1-ADD0-070F18E5582C}" destId="{A5B3D728-6D44-495B-8A88-1E6A48E5B143}" srcOrd="0" destOrd="0" presId="urn:microsoft.com/office/officeart/2005/8/layout/hierarchy3"/>
    <dgm:cxn modelId="{3914C4CB-A85A-4D13-8B3B-E3814EB4AD38}" type="presOf" srcId="{82637C1C-CD0A-45B8-8A82-71A2964E162C}" destId="{5955F9D1-FE01-4627-B445-E198D1258147}" srcOrd="0" destOrd="0" presId="urn:microsoft.com/office/officeart/2005/8/layout/hierarchy3"/>
    <dgm:cxn modelId="{0BC9F5CD-7021-43E3-828E-E63FEFF87D80}" type="presOf" srcId="{A7D74FD1-E0F9-440F-A0E9-89F37B768C3E}" destId="{13A10C9F-1589-4922-8FED-B5960B6912EA}" srcOrd="0" destOrd="0" presId="urn:microsoft.com/office/officeart/2005/8/layout/hierarchy3"/>
    <dgm:cxn modelId="{EF5940CF-CB5A-4C9D-9116-02143EE3EFDA}" type="presOf" srcId="{4CD50012-5D3D-41CE-844E-C09F8A0AC048}" destId="{E09828C9-59CD-41DD-ABE8-E7C21B4B51DE}" srcOrd="0" destOrd="0" presId="urn:microsoft.com/office/officeart/2005/8/layout/hierarchy3"/>
    <dgm:cxn modelId="{244374DE-50EB-4C5E-A701-AA6C76A387A5}" srcId="{BDB7CC9A-3BD2-4AAD-A511-80954914245A}" destId="{E50859AA-9BD3-42D2-947F-048133AAFB4B}" srcOrd="0" destOrd="0" parTransId="{8111CB8F-67C1-4AA9-A4A4-752FAE102486}" sibTransId="{DA387523-BE3A-4A63-8456-FEEAC7793000}"/>
    <dgm:cxn modelId="{363C49E2-9624-4131-8007-EADE383BE51A}" type="presOf" srcId="{D2582693-31B5-4179-A2B5-BDCC8D2BC3BB}" destId="{5B0A29A3-3D5C-4991-839A-ABB11D5FA9F9}" srcOrd="0" destOrd="0" presId="urn:microsoft.com/office/officeart/2005/8/layout/hierarchy3"/>
    <dgm:cxn modelId="{AC209DE9-0BA0-41D8-A9C4-1798BDEE41F7}" type="presOf" srcId="{7615D67D-A7E6-425B-B946-4958BA1507B4}" destId="{53E2DCF5-86B3-48A2-8C0E-D0180D258485}" srcOrd="0" destOrd="0" presId="urn:microsoft.com/office/officeart/2005/8/layout/hierarchy3"/>
    <dgm:cxn modelId="{1023FDF7-D1F5-4010-B591-3F633B08DEE9}" type="presOf" srcId="{956262D3-0049-4C0A-8415-09950D55648A}" destId="{8F3E934E-B512-4129-B73A-55EFAD98CCDF}" srcOrd="0" destOrd="0" presId="urn:microsoft.com/office/officeart/2005/8/layout/hierarchy3"/>
    <dgm:cxn modelId="{AC71AEFE-5DED-47E8-915E-19DF56A4B97C}" type="presOf" srcId="{E50859AA-9BD3-42D2-947F-048133AAFB4B}" destId="{00DE4E6C-C2EA-41CC-9B9C-BF3015862EAB}" srcOrd="1" destOrd="0" presId="urn:microsoft.com/office/officeart/2005/8/layout/hierarchy3"/>
    <dgm:cxn modelId="{15A78CFF-3CC7-4CD1-BAE9-A7B1B15DBD0D}" srcId="{411E6930-2808-4E0F-B75C-00B63C5AE119}" destId="{84D85BF7-734B-429B-AD58-C340B150A007}" srcOrd="2" destOrd="0" parTransId="{BA4CEBEF-796A-4340-BBD0-D5CBE1A2450D}" sibTransId="{FA893ADE-4EFF-4402-B971-9D9705E36A89}"/>
    <dgm:cxn modelId="{C293C780-F1A2-41E2-A8BE-80A210D0A5E5}" type="presParOf" srcId="{CD6F6516-51A2-44CF-8A59-7356DB327826}" destId="{B96EFB93-97BC-49C4-BDF2-98CFDB6B0A75}" srcOrd="0" destOrd="0" presId="urn:microsoft.com/office/officeart/2005/8/layout/hierarchy3"/>
    <dgm:cxn modelId="{6309BEAD-96FD-4AB9-B1F2-0085F52B9024}" type="presParOf" srcId="{B96EFB93-97BC-49C4-BDF2-98CFDB6B0A75}" destId="{908876AF-1EA6-4C52-83D5-8AE6B07C1800}" srcOrd="0" destOrd="0" presId="urn:microsoft.com/office/officeart/2005/8/layout/hierarchy3"/>
    <dgm:cxn modelId="{E096316C-F8BC-4F8D-BB66-14549B0FEFB2}" type="presParOf" srcId="{908876AF-1EA6-4C52-83D5-8AE6B07C1800}" destId="{04EC10E9-ED64-4605-B32B-40CB098B08FD}" srcOrd="0" destOrd="0" presId="urn:microsoft.com/office/officeart/2005/8/layout/hierarchy3"/>
    <dgm:cxn modelId="{D1B4FB66-438B-455D-AE18-46ED2DC03F0C}" type="presParOf" srcId="{908876AF-1EA6-4C52-83D5-8AE6B07C1800}" destId="{00DE4E6C-C2EA-41CC-9B9C-BF3015862EAB}" srcOrd="1" destOrd="0" presId="urn:microsoft.com/office/officeart/2005/8/layout/hierarchy3"/>
    <dgm:cxn modelId="{380C14FB-55EC-4E73-A56E-6155436A1B74}" type="presParOf" srcId="{B96EFB93-97BC-49C4-BDF2-98CFDB6B0A75}" destId="{1A0C345F-98BC-4CA3-BE87-F766D4A9D689}" srcOrd="1" destOrd="0" presId="urn:microsoft.com/office/officeart/2005/8/layout/hierarchy3"/>
    <dgm:cxn modelId="{67FEC066-7AEE-4517-B603-89294489B78D}" type="presParOf" srcId="{1A0C345F-98BC-4CA3-BE87-F766D4A9D689}" destId="{CDC32A5C-F9C8-45F4-8A4B-C989DC2E4909}" srcOrd="0" destOrd="0" presId="urn:microsoft.com/office/officeart/2005/8/layout/hierarchy3"/>
    <dgm:cxn modelId="{EF9BB299-6009-4890-A407-DC449053C7EA}" type="presParOf" srcId="{1A0C345F-98BC-4CA3-BE87-F766D4A9D689}" destId="{5B0A29A3-3D5C-4991-839A-ABB11D5FA9F9}" srcOrd="1" destOrd="0" presId="urn:microsoft.com/office/officeart/2005/8/layout/hierarchy3"/>
    <dgm:cxn modelId="{28CD4169-EFC9-4170-A13F-10E3774E9B66}" type="presParOf" srcId="{1A0C345F-98BC-4CA3-BE87-F766D4A9D689}" destId="{84A96E4F-0C21-47CE-BDB3-A634510DE6B8}" srcOrd="2" destOrd="0" presId="urn:microsoft.com/office/officeart/2005/8/layout/hierarchy3"/>
    <dgm:cxn modelId="{528C621A-D901-40BA-ABB8-4B0003026E7A}" type="presParOf" srcId="{1A0C345F-98BC-4CA3-BE87-F766D4A9D689}" destId="{86673D54-92C4-41B0-8542-77666D733838}" srcOrd="3" destOrd="0" presId="urn:microsoft.com/office/officeart/2005/8/layout/hierarchy3"/>
    <dgm:cxn modelId="{79B8AE9A-85A4-4BD3-BC63-54F27E85CE31}" type="presParOf" srcId="{CD6F6516-51A2-44CF-8A59-7356DB327826}" destId="{02EAACEC-3B1F-49FB-B245-D31375C53CA8}" srcOrd="1" destOrd="0" presId="urn:microsoft.com/office/officeart/2005/8/layout/hierarchy3"/>
    <dgm:cxn modelId="{B373A6E0-3F1C-4061-B01E-F5C13825A2BD}" type="presParOf" srcId="{02EAACEC-3B1F-49FB-B245-D31375C53CA8}" destId="{BF824354-42B0-494D-A5E9-CCC8F0E8472D}" srcOrd="0" destOrd="0" presId="urn:microsoft.com/office/officeart/2005/8/layout/hierarchy3"/>
    <dgm:cxn modelId="{1B351F6A-B825-49F4-B165-862759796747}" type="presParOf" srcId="{BF824354-42B0-494D-A5E9-CCC8F0E8472D}" destId="{F2261377-5FD0-41FD-AA7B-604EFB44EBF3}" srcOrd="0" destOrd="0" presId="urn:microsoft.com/office/officeart/2005/8/layout/hierarchy3"/>
    <dgm:cxn modelId="{16D37458-317D-4DB6-9E4F-3696825E4958}" type="presParOf" srcId="{BF824354-42B0-494D-A5E9-CCC8F0E8472D}" destId="{47EED970-6D02-4B09-88A9-87866B9C719C}" srcOrd="1" destOrd="0" presId="urn:microsoft.com/office/officeart/2005/8/layout/hierarchy3"/>
    <dgm:cxn modelId="{1809091D-C104-4252-936F-6802B353B4A0}" type="presParOf" srcId="{02EAACEC-3B1F-49FB-B245-D31375C53CA8}" destId="{307D47A0-6627-4888-8707-F80E1AD26AF2}" srcOrd="1" destOrd="0" presId="urn:microsoft.com/office/officeart/2005/8/layout/hierarchy3"/>
    <dgm:cxn modelId="{115D8019-D9D4-41D9-886B-19113563FA84}" type="presParOf" srcId="{307D47A0-6627-4888-8707-F80E1AD26AF2}" destId="{A5829D46-AB05-427D-BB95-56B4E9163C1E}" srcOrd="0" destOrd="0" presId="urn:microsoft.com/office/officeart/2005/8/layout/hierarchy3"/>
    <dgm:cxn modelId="{770DCCB7-3BE2-4030-A6A9-0D772A108572}" type="presParOf" srcId="{307D47A0-6627-4888-8707-F80E1AD26AF2}" destId="{B8711D8E-EEEF-4990-BA7B-AC8E3707CDC3}" srcOrd="1" destOrd="0" presId="urn:microsoft.com/office/officeart/2005/8/layout/hierarchy3"/>
    <dgm:cxn modelId="{D19FAFEE-F053-4886-8E14-F82DF75E3179}" type="presParOf" srcId="{307D47A0-6627-4888-8707-F80E1AD26AF2}" destId="{E849A416-B4BE-4987-AA0A-8F3592BF4598}" srcOrd="2" destOrd="0" presId="urn:microsoft.com/office/officeart/2005/8/layout/hierarchy3"/>
    <dgm:cxn modelId="{D10B83D2-C62B-48AB-8753-26ED99E81D46}" type="presParOf" srcId="{307D47A0-6627-4888-8707-F80E1AD26AF2}" destId="{13A10C9F-1589-4922-8FED-B5960B6912EA}" srcOrd="3" destOrd="0" presId="urn:microsoft.com/office/officeart/2005/8/layout/hierarchy3"/>
    <dgm:cxn modelId="{E05C8192-3BED-49C1-8638-4BCEB37F5E22}" type="presParOf" srcId="{307D47A0-6627-4888-8707-F80E1AD26AF2}" destId="{87FBEE61-35D1-41A8-86E5-9CECDF49CFD3}" srcOrd="4" destOrd="0" presId="urn:microsoft.com/office/officeart/2005/8/layout/hierarchy3"/>
    <dgm:cxn modelId="{8CE73FE6-31B8-4CEF-B3D3-3A9455E41B47}" type="presParOf" srcId="{307D47A0-6627-4888-8707-F80E1AD26AF2}" destId="{DBE09CD9-0F4A-42A8-BB2D-D7B813CE6B82}" srcOrd="5" destOrd="0" presId="urn:microsoft.com/office/officeart/2005/8/layout/hierarchy3"/>
    <dgm:cxn modelId="{A61B748A-42BE-4C7C-AE2A-E81B154B979D}" type="presParOf" srcId="{307D47A0-6627-4888-8707-F80E1AD26AF2}" destId="{8F3E934E-B512-4129-B73A-55EFAD98CCDF}" srcOrd="6" destOrd="0" presId="urn:microsoft.com/office/officeart/2005/8/layout/hierarchy3"/>
    <dgm:cxn modelId="{4426796E-71F4-47CD-810C-FBAAC7A94A02}" type="presParOf" srcId="{307D47A0-6627-4888-8707-F80E1AD26AF2}" destId="{27B23364-AA41-4DFB-BB8E-664EC4F3A580}" srcOrd="7" destOrd="0" presId="urn:microsoft.com/office/officeart/2005/8/layout/hierarchy3"/>
    <dgm:cxn modelId="{DE0D8D5D-088F-4FC9-A64C-D162B26E5C90}" type="presParOf" srcId="{307D47A0-6627-4888-8707-F80E1AD26AF2}" destId="{753E472B-423E-4FCA-9B0C-9C0DF020722D}" srcOrd="8" destOrd="0" presId="urn:microsoft.com/office/officeart/2005/8/layout/hierarchy3"/>
    <dgm:cxn modelId="{313E519D-27F1-4D34-8CEA-2822FF29F75E}" type="presParOf" srcId="{307D47A0-6627-4888-8707-F80E1AD26AF2}" destId="{FC1615FE-66EA-49BE-85D4-7C14D8E43358}" srcOrd="9" destOrd="0" presId="urn:microsoft.com/office/officeart/2005/8/layout/hierarchy3"/>
    <dgm:cxn modelId="{900E6D79-B747-4930-BED9-9E673F766454}" type="presParOf" srcId="{CD6F6516-51A2-44CF-8A59-7356DB327826}" destId="{E35EE092-1BD1-437F-9F8E-B9C634C1DEF0}" srcOrd="2" destOrd="0" presId="urn:microsoft.com/office/officeart/2005/8/layout/hierarchy3"/>
    <dgm:cxn modelId="{C0410EF0-CA2B-424F-A860-A9074DB0F9A3}" type="presParOf" srcId="{E35EE092-1BD1-437F-9F8E-B9C634C1DEF0}" destId="{1BB1CAC7-387B-4DA6-B5C6-C3071CBAF433}" srcOrd="0" destOrd="0" presId="urn:microsoft.com/office/officeart/2005/8/layout/hierarchy3"/>
    <dgm:cxn modelId="{F8F501B0-7CAE-45E0-92FF-D1CCF9B557F3}" type="presParOf" srcId="{1BB1CAC7-387B-4DA6-B5C6-C3071CBAF433}" destId="{CF599ED5-5070-4007-BF50-773DFDE2FF1F}" srcOrd="0" destOrd="0" presId="urn:microsoft.com/office/officeart/2005/8/layout/hierarchy3"/>
    <dgm:cxn modelId="{965FD565-45C2-49CE-8241-D9950265EF1D}" type="presParOf" srcId="{1BB1CAC7-387B-4DA6-B5C6-C3071CBAF433}" destId="{5929DD05-C45A-40E2-916D-BAC48118DE9D}" srcOrd="1" destOrd="0" presId="urn:microsoft.com/office/officeart/2005/8/layout/hierarchy3"/>
    <dgm:cxn modelId="{D30A65BD-FE3F-4276-991F-28819044B4F8}" type="presParOf" srcId="{E35EE092-1BD1-437F-9F8E-B9C634C1DEF0}" destId="{1A734096-F3F0-4098-8A67-906B8FFFF403}" srcOrd="1" destOrd="0" presId="urn:microsoft.com/office/officeart/2005/8/layout/hierarchy3"/>
    <dgm:cxn modelId="{99B38875-5B34-499F-8C02-0DDE4B16D31C}" type="presParOf" srcId="{1A734096-F3F0-4098-8A67-906B8FFFF403}" destId="{31851E23-E125-4B40-8288-859D43A7BD75}" srcOrd="0" destOrd="0" presId="urn:microsoft.com/office/officeart/2005/8/layout/hierarchy3"/>
    <dgm:cxn modelId="{F73AC7C7-E96A-4B9A-8A90-E68D62116350}" type="presParOf" srcId="{1A734096-F3F0-4098-8A67-906B8FFFF403}" destId="{53E2DCF5-86B3-48A2-8C0E-D0180D258485}" srcOrd="1" destOrd="0" presId="urn:microsoft.com/office/officeart/2005/8/layout/hierarchy3"/>
    <dgm:cxn modelId="{AA9A3999-0727-4660-8AD4-FC001847AA22}" type="presParOf" srcId="{1A734096-F3F0-4098-8A67-906B8FFFF403}" destId="{FB913800-7C31-4568-BE42-3822D192DE5A}" srcOrd="2" destOrd="0" presId="urn:microsoft.com/office/officeart/2005/8/layout/hierarchy3"/>
    <dgm:cxn modelId="{D978AD9A-B6F8-4378-BD9A-592DF1B59CE7}" type="presParOf" srcId="{1A734096-F3F0-4098-8A67-906B8FFFF403}" destId="{BEB178F6-670F-4801-B01B-C30BABAA4D5E}" srcOrd="3" destOrd="0" presId="urn:microsoft.com/office/officeart/2005/8/layout/hierarchy3"/>
    <dgm:cxn modelId="{239B9121-FDD2-4195-B90D-CF9C136BD24E}" type="presParOf" srcId="{1A734096-F3F0-4098-8A67-906B8FFFF403}" destId="{05DA281C-7D93-4B5A-AFF8-FEA19F2D8525}" srcOrd="4" destOrd="0" presId="urn:microsoft.com/office/officeart/2005/8/layout/hierarchy3"/>
    <dgm:cxn modelId="{B9A37D40-FB3D-48F9-935C-363D865AB895}" type="presParOf" srcId="{1A734096-F3F0-4098-8A67-906B8FFFF403}" destId="{B1D9A8A4-BEE5-4643-8AE3-A763CE457408}" srcOrd="5" destOrd="0" presId="urn:microsoft.com/office/officeart/2005/8/layout/hierarchy3"/>
    <dgm:cxn modelId="{C04DE1DB-3BDA-4FD7-9E7E-EE7AE066D551}" type="presParOf" srcId="{CD6F6516-51A2-44CF-8A59-7356DB327826}" destId="{BAF41DA4-508A-4AE8-A267-937F6764CD18}" srcOrd="3" destOrd="0" presId="urn:microsoft.com/office/officeart/2005/8/layout/hierarchy3"/>
    <dgm:cxn modelId="{8F00C13D-EADC-4411-9BA5-12AE3BFA3328}" type="presParOf" srcId="{BAF41DA4-508A-4AE8-A267-937F6764CD18}" destId="{E8C5428B-D735-4E9D-9316-EDD187A2C740}" srcOrd="0" destOrd="0" presId="urn:microsoft.com/office/officeart/2005/8/layout/hierarchy3"/>
    <dgm:cxn modelId="{75AB1976-5774-4D9C-AB37-277F2DCB0E64}" type="presParOf" srcId="{E8C5428B-D735-4E9D-9316-EDD187A2C740}" destId="{9703DF41-1890-4685-B6C6-78CE494B6512}" srcOrd="0" destOrd="0" presId="urn:microsoft.com/office/officeart/2005/8/layout/hierarchy3"/>
    <dgm:cxn modelId="{87022C5B-709F-4149-B3D1-400F3BF4F96A}" type="presParOf" srcId="{E8C5428B-D735-4E9D-9316-EDD187A2C740}" destId="{104AF6D5-E09A-4C5D-A2EF-28E424C5BE6F}" srcOrd="1" destOrd="0" presId="urn:microsoft.com/office/officeart/2005/8/layout/hierarchy3"/>
    <dgm:cxn modelId="{C7532CFA-79CA-4EB7-8A62-9F35EAFD908B}" type="presParOf" srcId="{BAF41DA4-508A-4AE8-A267-937F6764CD18}" destId="{EDCD9209-E6EA-414C-BFE1-BB6A1E6BA8E5}" srcOrd="1" destOrd="0" presId="urn:microsoft.com/office/officeart/2005/8/layout/hierarchy3"/>
    <dgm:cxn modelId="{44E67D23-45B5-48FA-BDFA-631B118DF6E2}" type="presParOf" srcId="{EDCD9209-E6EA-414C-BFE1-BB6A1E6BA8E5}" destId="{31586544-A923-4EE5-BA5D-C1FAE59545E0}" srcOrd="0" destOrd="0" presId="urn:microsoft.com/office/officeart/2005/8/layout/hierarchy3"/>
    <dgm:cxn modelId="{E582B588-22A8-4576-A265-62AA2239BEB4}" type="presParOf" srcId="{EDCD9209-E6EA-414C-BFE1-BB6A1E6BA8E5}" destId="{5BD5F650-C2DC-4D4A-A0A4-B8ABE9F5DFFE}" srcOrd="1" destOrd="0" presId="urn:microsoft.com/office/officeart/2005/8/layout/hierarchy3"/>
    <dgm:cxn modelId="{EC4BC687-9D08-40F0-B81A-D64580ACB686}" type="presParOf" srcId="{EDCD9209-E6EA-414C-BFE1-BB6A1E6BA8E5}" destId="{0506875E-AE0E-4334-8EAA-20A92A9295C7}" srcOrd="2" destOrd="0" presId="urn:microsoft.com/office/officeart/2005/8/layout/hierarchy3"/>
    <dgm:cxn modelId="{3BF00002-AA9B-4562-821A-F4E886064269}" type="presParOf" srcId="{EDCD9209-E6EA-414C-BFE1-BB6A1E6BA8E5}" destId="{5955F9D1-FE01-4627-B445-E198D1258147}" srcOrd="3" destOrd="0" presId="urn:microsoft.com/office/officeart/2005/8/layout/hierarchy3"/>
    <dgm:cxn modelId="{1F246368-1C07-4A75-9C70-039C83FF8655}" type="presParOf" srcId="{EDCD9209-E6EA-414C-BFE1-BB6A1E6BA8E5}" destId="{E09828C9-59CD-41DD-ABE8-E7C21B4B51DE}" srcOrd="4" destOrd="0" presId="urn:microsoft.com/office/officeart/2005/8/layout/hierarchy3"/>
    <dgm:cxn modelId="{51131BCF-5CC2-4A9B-AE02-E81839B918D5}" type="presParOf" srcId="{EDCD9209-E6EA-414C-BFE1-BB6A1E6BA8E5}" destId="{A5B3D728-6D44-495B-8A88-1E6A48E5B143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vList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C5466003-1F63-4487-BAD0-E6A0292496B8}">
      <dgm:prSet/>
      <dgm:spPr/>
      <dgm:t>
        <a:bodyPr/>
        <a:lstStyle/>
        <a:p>
          <a:r>
            <a:rPr lang="es-ES" noProof="1"/>
            <a:t>Arquitectura del motor. </a:t>
          </a:r>
        </a:p>
      </dgm:t>
    </dgm:pt>
    <dgm:pt modelId="{90AC903E-5821-419D-BA88-B69C6BD51033}" type="parTrans" cxnId="{A7FD85A7-F6ED-46EF-AF54-5151CE58FD32}">
      <dgm:prSet/>
      <dgm:spPr/>
      <dgm:t>
        <a:bodyPr/>
        <a:lstStyle/>
        <a:p>
          <a:endParaRPr lang="en-GB"/>
        </a:p>
      </dgm:t>
    </dgm:pt>
    <dgm:pt modelId="{4159182B-032C-450C-9992-A58FCFB54800}" type="sibTrans" cxnId="{A7FD85A7-F6ED-46EF-AF54-5151CE58FD32}">
      <dgm:prSet/>
      <dgm:spPr/>
      <dgm:t>
        <a:bodyPr/>
        <a:lstStyle/>
        <a:p>
          <a:endParaRPr lang="en-GB"/>
        </a:p>
      </dgm:t>
    </dgm:pt>
    <dgm:pt modelId="{9725CFED-C5F2-41DE-92D3-1F06EC03F54F}">
      <dgm:prSet/>
      <dgm:spPr/>
      <dgm:t>
        <a:bodyPr/>
        <a:lstStyle/>
        <a:p>
          <a:r>
            <a:rPr lang="es-ES" noProof="1"/>
            <a:t>Sistema de scripting. </a:t>
          </a:r>
        </a:p>
      </dgm:t>
    </dgm:pt>
    <dgm:pt modelId="{1560CEE4-FC9E-4503-BEF0-EE2E2E8E6C8C}" type="parTrans" cxnId="{B25C6131-214F-43C0-BDE5-A428AD652077}">
      <dgm:prSet/>
      <dgm:spPr/>
      <dgm:t>
        <a:bodyPr/>
        <a:lstStyle/>
        <a:p>
          <a:endParaRPr lang="en-GB"/>
        </a:p>
      </dgm:t>
    </dgm:pt>
    <dgm:pt modelId="{59F21896-8044-4EFB-BB74-27CA0849B7FF}" type="sibTrans" cxnId="{B25C6131-214F-43C0-BDE5-A428AD652077}">
      <dgm:prSet/>
      <dgm:spPr/>
      <dgm:t>
        <a:bodyPr/>
        <a:lstStyle/>
        <a:p>
          <a:endParaRPr lang="en-GB"/>
        </a:p>
      </dgm:t>
    </dgm:pt>
    <dgm:pt modelId="{46B5983E-FB5B-4964-8031-7D115B95609B}">
      <dgm:prSet/>
      <dgm:spPr/>
      <dgm:t>
        <a:bodyPr/>
        <a:lstStyle/>
        <a:p>
          <a:r>
            <a:rPr lang="es-ES" noProof="1"/>
            <a:t>Gestión de escenas y objetos. </a:t>
          </a:r>
        </a:p>
      </dgm:t>
    </dgm:pt>
    <dgm:pt modelId="{42B2EE25-7EA2-4D8D-8B97-F749C1BF4997}" type="parTrans" cxnId="{0596557F-9FA8-4C81-9F03-C6EE1A587937}">
      <dgm:prSet/>
      <dgm:spPr/>
      <dgm:t>
        <a:bodyPr/>
        <a:lstStyle/>
        <a:p>
          <a:endParaRPr lang="en-GB"/>
        </a:p>
      </dgm:t>
    </dgm:pt>
    <dgm:pt modelId="{33FAB5BC-6374-445B-B967-18EA247D3D79}" type="sibTrans" cxnId="{0596557F-9FA8-4C81-9F03-C6EE1A587937}">
      <dgm:prSet/>
      <dgm:spPr/>
      <dgm:t>
        <a:bodyPr/>
        <a:lstStyle/>
        <a:p>
          <a:endParaRPr lang="en-GB"/>
        </a:p>
      </dgm:t>
    </dgm:pt>
    <dgm:pt modelId="{B680274D-6249-4DA3-B87C-94207C4DFF68}">
      <dgm:prSet/>
      <dgm:spPr/>
      <dgm:t>
        <a:bodyPr/>
        <a:lstStyle/>
        <a:p>
          <a:r>
            <a:rPr lang="es-ES" noProof="1"/>
            <a:t>Sistema de físicas 2D. </a:t>
          </a:r>
        </a:p>
      </dgm:t>
    </dgm:pt>
    <dgm:pt modelId="{E798B521-E98C-402F-A7D3-E2229A3E988E}" type="parTrans" cxnId="{8549ED8A-56A2-42D8-BD10-CAD9FEF3B488}">
      <dgm:prSet/>
      <dgm:spPr/>
      <dgm:t>
        <a:bodyPr/>
        <a:lstStyle/>
        <a:p>
          <a:endParaRPr lang="en-GB"/>
        </a:p>
      </dgm:t>
    </dgm:pt>
    <dgm:pt modelId="{6714353D-5D03-4C4A-B3A8-C67393188140}" type="sibTrans" cxnId="{8549ED8A-56A2-42D8-BD10-CAD9FEF3B488}">
      <dgm:prSet/>
      <dgm:spPr/>
      <dgm:t>
        <a:bodyPr/>
        <a:lstStyle/>
        <a:p>
          <a:endParaRPr lang="en-GB"/>
        </a:p>
      </dgm:t>
    </dgm:pt>
    <dgm:pt modelId="{A12318EC-9A44-4780-824D-5F86CDD235A4}">
      <dgm:prSet/>
      <dgm:spPr/>
      <dgm:t>
        <a:bodyPr/>
        <a:lstStyle/>
        <a:p>
          <a:r>
            <a:rPr lang="es-ES" noProof="1"/>
            <a:t>Soporte de shaders. </a:t>
          </a:r>
        </a:p>
      </dgm:t>
    </dgm:pt>
    <dgm:pt modelId="{C2A150D6-F229-42D5-BA7E-6B86D35421FC}" type="parTrans" cxnId="{996DF949-51CD-41D8-A542-1086C5550768}">
      <dgm:prSet/>
      <dgm:spPr/>
      <dgm:t>
        <a:bodyPr/>
        <a:lstStyle/>
        <a:p>
          <a:endParaRPr lang="en-GB"/>
        </a:p>
      </dgm:t>
    </dgm:pt>
    <dgm:pt modelId="{539D485C-A995-4E56-A058-24DE7F7C089C}" type="sibTrans" cxnId="{996DF949-51CD-41D8-A542-1086C5550768}">
      <dgm:prSet/>
      <dgm:spPr/>
      <dgm:t>
        <a:bodyPr/>
        <a:lstStyle/>
        <a:p>
          <a:endParaRPr lang="en-GB"/>
        </a:p>
      </dgm:t>
    </dgm:pt>
    <dgm:pt modelId="{ED966E28-733A-4AA5-A6E7-93897DF7987D}">
      <dgm:prSet/>
      <dgm:spPr/>
      <dgm:t>
        <a:bodyPr/>
        <a:lstStyle/>
        <a:p>
          <a:r>
            <a:rPr lang="es-ES" noProof="1"/>
            <a:t>Flujo de trabajo y productividad. </a:t>
          </a:r>
        </a:p>
      </dgm:t>
    </dgm:pt>
    <dgm:pt modelId="{7A0DB75C-B845-4944-B7F1-F588609D60D6}" type="parTrans" cxnId="{34AE2D58-6595-41ED-9D0E-298EC049A36B}">
      <dgm:prSet/>
      <dgm:spPr/>
      <dgm:t>
        <a:bodyPr/>
        <a:lstStyle/>
        <a:p>
          <a:endParaRPr lang="en-GB"/>
        </a:p>
      </dgm:t>
    </dgm:pt>
    <dgm:pt modelId="{99B385A3-3E9B-4F8F-8C66-7B0E2076E604}" type="sibTrans" cxnId="{34AE2D58-6595-41ED-9D0E-298EC049A36B}">
      <dgm:prSet/>
      <dgm:spPr/>
      <dgm:t>
        <a:bodyPr/>
        <a:lstStyle/>
        <a:p>
          <a:endParaRPr lang="en-GB"/>
        </a:p>
      </dgm:t>
    </dgm:pt>
    <dgm:pt modelId="{A4C7EC31-3B49-4DBC-BF9A-FBF374DB11E4}">
      <dgm:prSet/>
      <dgm:spPr/>
      <dgm:t>
        <a:bodyPr/>
        <a:lstStyle/>
        <a:p>
          <a:r>
            <a:rPr lang="es-ES" noProof="1"/>
            <a:t>Rendimiento y exportación.</a:t>
          </a:r>
        </a:p>
      </dgm:t>
    </dgm:pt>
    <dgm:pt modelId="{212304DF-0FD2-4E31-94BF-0E78D6A64CB0}" type="parTrans" cxnId="{34791E4E-2F22-4727-9D11-F5091587EDFB}">
      <dgm:prSet/>
      <dgm:spPr/>
      <dgm:t>
        <a:bodyPr/>
        <a:lstStyle/>
        <a:p>
          <a:endParaRPr lang="en-GB"/>
        </a:p>
      </dgm:t>
    </dgm:pt>
    <dgm:pt modelId="{2E9053B1-41A3-4727-8A54-0BE477AFC036}" type="sibTrans" cxnId="{34791E4E-2F22-4727-9D11-F5091587EDFB}">
      <dgm:prSet/>
      <dgm:spPr/>
      <dgm:t>
        <a:bodyPr/>
        <a:lstStyle/>
        <a:p>
          <a:endParaRPr lang="en-GB"/>
        </a:p>
      </dgm:t>
    </dgm:pt>
    <dgm:pt modelId="{4A2E4883-5221-4B8D-9DEA-6CE8623EDB42}" type="pres">
      <dgm:prSet presAssocID="{BDB7CC9A-3BD2-4AAD-A511-80954914245A}" presName="linear" presStyleCnt="0">
        <dgm:presLayoutVars>
          <dgm:animLvl val="lvl"/>
          <dgm:resizeHandles val="exact"/>
        </dgm:presLayoutVars>
      </dgm:prSet>
      <dgm:spPr/>
    </dgm:pt>
    <dgm:pt modelId="{79CDFBEE-1A1B-488A-87BA-7BF3BAC56E84}" type="pres">
      <dgm:prSet presAssocID="{C5466003-1F63-4487-BAD0-E6A0292496B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DC43DAA-D66D-491A-8B44-D03141961DF6}" type="pres">
      <dgm:prSet presAssocID="{4159182B-032C-450C-9992-A58FCFB54800}" presName="spacer" presStyleCnt="0"/>
      <dgm:spPr/>
    </dgm:pt>
    <dgm:pt modelId="{84521676-62E2-4587-BE62-FEFA69C1BF45}" type="pres">
      <dgm:prSet presAssocID="{9725CFED-C5F2-41DE-92D3-1F06EC03F54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C3598E3-1F8B-4484-9D43-AD1C7FD12006}" type="pres">
      <dgm:prSet presAssocID="{59F21896-8044-4EFB-BB74-27CA0849B7FF}" presName="spacer" presStyleCnt="0"/>
      <dgm:spPr/>
    </dgm:pt>
    <dgm:pt modelId="{16E38DF1-71E3-4375-B6BE-3D251E89A0FA}" type="pres">
      <dgm:prSet presAssocID="{46B5983E-FB5B-4964-8031-7D115B95609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AC4D51E-5037-4E70-97F7-F7556B84DBCF}" type="pres">
      <dgm:prSet presAssocID="{33FAB5BC-6374-445B-B967-18EA247D3D79}" presName="spacer" presStyleCnt="0"/>
      <dgm:spPr/>
    </dgm:pt>
    <dgm:pt modelId="{0D2C1B16-FB99-4BC3-9DEB-E43D31E5807F}" type="pres">
      <dgm:prSet presAssocID="{B680274D-6249-4DA3-B87C-94207C4DFF6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D9D00F1-F511-42B2-8F22-1CC08F5670C0}" type="pres">
      <dgm:prSet presAssocID="{6714353D-5D03-4C4A-B3A8-C67393188140}" presName="spacer" presStyleCnt="0"/>
      <dgm:spPr/>
    </dgm:pt>
    <dgm:pt modelId="{D84C8700-A750-42C4-B835-B0B79B9143D2}" type="pres">
      <dgm:prSet presAssocID="{A12318EC-9A44-4780-824D-5F86CDD235A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CFE1B3E-F677-4FAB-8F0D-9F445FB90DCB}" type="pres">
      <dgm:prSet presAssocID="{539D485C-A995-4E56-A058-24DE7F7C089C}" presName="spacer" presStyleCnt="0"/>
      <dgm:spPr/>
    </dgm:pt>
    <dgm:pt modelId="{439536E2-4C9F-4EA8-A4F5-3E4907EE0A00}" type="pres">
      <dgm:prSet presAssocID="{ED966E28-733A-4AA5-A6E7-93897DF7987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DDAED1C-ECD9-47B6-BE2F-06145C4B01BA}" type="pres">
      <dgm:prSet presAssocID="{99B385A3-3E9B-4F8F-8C66-7B0E2076E604}" presName="spacer" presStyleCnt="0"/>
      <dgm:spPr/>
    </dgm:pt>
    <dgm:pt modelId="{4ED93377-82F6-4748-9A1B-A8A8D7951C41}" type="pres">
      <dgm:prSet presAssocID="{A4C7EC31-3B49-4DBC-BF9A-FBF374DB11E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ABC4D0B-2080-49FF-A592-81F6CF040750}" type="presOf" srcId="{A4C7EC31-3B49-4DBC-BF9A-FBF374DB11E4}" destId="{4ED93377-82F6-4748-9A1B-A8A8D7951C41}" srcOrd="0" destOrd="0" presId="urn:microsoft.com/office/officeart/2005/8/layout/vList2"/>
    <dgm:cxn modelId="{F8769A2E-2C02-4155-BA1D-83EDCCF6A60B}" type="presOf" srcId="{C5466003-1F63-4487-BAD0-E6A0292496B8}" destId="{79CDFBEE-1A1B-488A-87BA-7BF3BAC56E84}" srcOrd="0" destOrd="0" presId="urn:microsoft.com/office/officeart/2005/8/layout/vList2"/>
    <dgm:cxn modelId="{B25C6131-214F-43C0-BDE5-A428AD652077}" srcId="{BDB7CC9A-3BD2-4AAD-A511-80954914245A}" destId="{9725CFED-C5F2-41DE-92D3-1F06EC03F54F}" srcOrd="1" destOrd="0" parTransId="{1560CEE4-FC9E-4503-BEF0-EE2E2E8E6C8C}" sibTransId="{59F21896-8044-4EFB-BB74-27CA0849B7FF}"/>
    <dgm:cxn modelId="{996DF949-51CD-41D8-A542-1086C5550768}" srcId="{BDB7CC9A-3BD2-4AAD-A511-80954914245A}" destId="{A12318EC-9A44-4780-824D-5F86CDD235A4}" srcOrd="4" destOrd="0" parTransId="{C2A150D6-F229-42D5-BA7E-6B86D35421FC}" sibTransId="{539D485C-A995-4E56-A058-24DE7F7C089C}"/>
    <dgm:cxn modelId="{34791E4E-2F22-4727-9D11-F5091587EDFB}" srcId="{BDB7CC9A-3BD2-4AAD-A511-80954914245A}" destId="{A4C7EC31-3B49-4DBC-BF9A-FBF374DB11E4}" srcOrd="6" destOrd="0" parTransId="{212304DF-0FD2-4E31-94BF-0E78D6A64CB0}" sibTransId="{2E9053B1-41A3-4727-8A54-0BE477AFC036}"/>
    <dgm:cxn modelId="{062BAA73-DDE8-40A2-98A7-4CB3AA9C55D7}" type="presOf" srcId="{BDB7CC9A-3BD2-4AAD-A511-80954914245A}" destId="{4A2E4883-5221-4B8D-9DEA-6CE8623EDB42}" srcOrd="0" destOrd="0" presId="urn:microsoft.com/office/officeart/2005/8/layout/vList2"/>
    <dgm:cxn modelId="{34AE2D58-6595-41ED-9D0E-298EC049A36B}" srcId="{BDB7CC9A-3BD2-4AAD-A511-80954914245A}" destId="{ED966E28-733A-4AA5-A6E7-93897DF7987D}" srcOrd="5" destOrd="0" parTransId="{7A0DB75C-B845-4944-B7F1-F588609D60D6}" sibTransId="{99B385A3-3E9B-4F8F-8C66-7B0E2076E604}"/>
    <dgm:cxn modelId="{0596557F-9FA8-4C81-9F03-C6EE1A587937}" srcId="{BDB7CC9A-3BD2-4AAD-A511-80954914245A}" destId="{46B5983E-FB5B-4964-8031-7D115B95609B}" srcOrd="2" destOrd="0" parTransId="{42B2EE25-7EA2-4D8D-8B97-F749C1BF4997}" sibTransId="{33FAB5BC-6374-445B-B967-18EA247D3D79}"/>
    <dgm:cxn modelId="{8549ED8A-56A2-42D8-BD10-CAD9FEF3B488}" srcId="{BDB7CC9A-3BD2-4AAD-A511-80954914245A}" destId="{B680274D-6249-4DA3-B87C-94207C4DFF68}" srcOrd="3" destOrd="0" parTransId="{E798B521-E98C-402F-A7D3-E2229A3E988E}" sibTransId="{6714353D-5D03-4C4A-B3A8-C67393188140}"/>
    <dgm:cxn modelId="{A7FD85A7-F6ED-46EF-AF54-5151CE58FD32}" srcId="{BDB7CC9A-3BD2-4AAD-A511-80954914245A}" destId="{C5466003-1F63-4487-BAD0-E6A0292496B8}" srcOrd="0" destOrd="0" parTransId="{90AC903E-5821-419D-BA88-B69C6BD51033}" sibTransId="{4159182B-032C-450C-9992-A58FCFB54800}"/>
    <dgm:cxn modelId="{EC33A4D4-5038-4BFE-B82E-497047F441A7}" type="presOf" srcId="{9725CFED-C5F2-41DE-92D3-1F06EC03F54F}" destId="{84521676-62E2-4587-BE62-FEFA69C1BF45}" srcOrd="0" destOrd="0" presId="urn:microsoft.com/office/officeart/2005/8/layout/vList2"/>
    <dgm:cxn modelId="{89A484EA-ADEB-4CB0-B64E-E37C202E23FE}" type="presOf" srcId="{B680274D-6249-4DA3-B87C-94207C4DFF68}" destId="{0D2C1B16-FB99-4BC3-9DEB-E43D31E5807F}" srcOrd="0" destOrd="0" presId="urn:microsoft.com/office/officeart/2005/8/layout/vList2"/>
    <dgm:cxn modelId="{240381EB-9131-47CC-95AC-E8FC5B011060}" type="presOf" srcId="{46B5983E-FB5B-4964-8031-7D115B95609B}" destId="{16E38DF1-71E3-4375-B6BE-3D251E89A0FA}" srcOrd="0" destOrd="0" presId="urn:microsoft.com/office/officeart/2005/8/layout/vList2"/>
    <dgm:cxn modelId="{DCFBFBF8-BEBD-4B3C-8176-9A782B3A704F}" type="presOf" srcId="{ED966E28-733A-4AA5-A6E7-93897DF7987D}" destId="{439536E2-4C9F-4EA8-A4F5-3E4907EE0A00}" srcOrd="0" destOrd="0" presId="urn:microsoft.com/office/officeart/2005/8/layout/vList2"/>
    <dgm:cxn modelId="{A57214FE-CDBA-46B0-A355-E7E2121B855F}" type="presOf" srcId="{A12318EC-9A44-4780-824D-5F86CDD235A4}" destId="{D84C8700-A750-42C4-B835-B0B79B9143D2}" srcOrd="0" destOrd="0" presId="urn:microsoft.com/office/officeart/2005/8/layout/vList2"/>
    <dgm:cxn modelId="{CD81B32D-D8EB-42C8-AFAB-AC63D4AF3A90}" type="presParOf" srcId="{4A2E4883-5221-4B8D-9DEA-6CE8623EDB42}" destId="{79CDFBEE-1A1B-488A-87BA-7BF3BAC56E84}" srcOrd="0" destOrd="0" presId="urn:microsoft.com/office/officeart/2005/8/layout/vList2"/>
    <dgm:cxn modelId="{35064BC5-0E59-434A-92B1-82FBDCDDF22E}" type="presParOf" srcId="{4A2E4883-5221-4B8D-9DEA-6CE8623EDB42}" destId="{BDC43DAA-D66D-491A-8B44-D03141961DF6}" srcOrd="1" destOrd="0" presId="urn:microsoft.com/office/officeart/2005/8/layout/vList2"/>
    <dgm:cxn modelId="{5463A676-C328-4E98-9932-233A33C39857}" type="presParOf" srcId="{4A2E4883-5221-4B8D-9DEA-6CE8623EDB42}" destId="{84521676-62E2-4587-BE62-FEFA69C1BF45}" srcOrd="2" destOrd="0" presId="urn:microsoft.com/office/officeart/2005/8/layout/vList2"/>
    <dgm:cxn modelId="{16B9A44B-02C2-4FD8-9B5A-EABCE4F82785}" type="presParOf" srcId="{4A2E4883-5221-4B8D-9DEA-6CE8623EDB42}" destId="{7C3598E3-1F8B-4484-9D43-AD1C7FD12006}" srcOrd="3" destOrd="0" presId="urn:microsoft.com/office/officeart/2005/8/layout/vList2"/>
    <dgm:cxn modelId="{0D8BADD9-0E99-4326-95C3-5A1F0D759C3C}" type="presParOf" srcId="{4A2E4883-5221-4B8D-9DEA-6CE8623EDB42}" destId="{16E38DF1-71E3-4375-B6BE-3D251E89A0FA}" srcOrd="4" destOrd="0" presId="urn:microsoft.com/office/officeart/2005/8/layout/vList2"/>
    <dgm:cxn modelId="{76E58A69-729E-40C9-BF66-CFA7CF873232}" type="presParOf" srcId="{4A2E4883-5221-4B8D-9DEA-6CE8623EDB42}" destId="{BAC4D51E-5037-4E70-97F7-F7556B84DBCF}" srcOrd="5" destOrd="0" presId="urn:microsoft.com/office/officeart/2005/8/layout/vList2"/>
    <dgm:cxn modelId="{7CA9BF7C-E7E8-478E-AA1B-9B46D88FD2D0}" type="presParOf" srcId="{4A2E4883-5221-4B8D-9DEA-6CE8623EDB42}" destId="{0D2C1B16-FB99-4BC3-9DEB-E43D31E5807F}" srcOrd="6" destOrd="0" presId="urn:microsoft.com/office/officeart/2005/8/layout/vList2"/>
    <dgm:cxn modelId="{249EEF54-AAD1-465A-BFFA-2E260A25314C}" type="presParOf" srcId="{4A2E4883-5221-4B8D-9DEA-6CE8623EDB42}" destId="{6D9D00F1-F511-42B2-8F22-1CC08F5670C0}" srcOrd="7" destOrd="0" presId="urn:microsoft.com/office/officeart/2005/8/layout/vList2"/>
    <dgm:cxn modelId="{F5B14563-4306-4A4F-9857-54A97E4B1CEA}" type="presParOf" srcId="{4A2E4883-5221-4B8D-9DEA-6CE8623EDB42}" destId="{D84C8700-A750-42C4-B835-B0B79B9143D2}" srcOrd="8" destOrd="0" presId="urn:microsoft.com/office/officeart/2005/8/layout/vList2"/>
    <dgm:cxn modelId="{EE1A023F-032E-42CE-A6E9-7BE89D100B55}" type="presParOf" srcId="{4A2E4883-5221-4B8D-9DEA-6CE8623EDB42}" destId="{CCFE1B3E-F677-4FAB-8F0D-9F445FB90DCB}" srcOrd="9" destOrd="0" presId="urn:microsoft.com/office/officeart/2005/8/layout/vList2"/>
    <dgm:cxn modelId="{B0ADFEEE-C190-4FCE-A09C-204FE57D5CD1}" type="presParOf" srcId="{4A2E4883-5221-4B8D-9DEA-6CE8623EDB42}" destId="{439536E2-4C9F-4EA8-A4F5-3E4907EE0A00}" srcOrd="10" destOrd="0" presId="urn:microsoft.com/office/officeart/2005/8/layout/vList2"/>
    <dgm:cxn modelId="{B887E0A3-4AB9-425B-BDFA-908121B8D9C8}" type="presParOf" srcId="{4A2E4883-5221-4B8D-9DEA-6CE8623EDB42}" destId="{4DDAED1C-ECD9-47B6-BE2F-06145C4B01BA}" srcOrd="11" destOrd="0" presId="urn:microsoft.com/office/officeart/2005/8/layout/vList2"/>
    <dgm:cxn modelId="{A20D71E4-272D-4231-809C-7FCE86A4D3D3}" type="presParOf" srcId="{4A2E4883-5221-4B8D-9DEA-6CE8623EDB42}" destId="{4ED93377-82F6-4748-9A1B-A8A8D7951C4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03E4E3B0-38DC-499B-9568-2A33B15F8EEC}">
      <dgm:prSet/>
      <dgm:spPr/>
      <dgm:t>
        <a:bodyPr/>
        <a:lstStyle/>
        <a:p>
          <a:r>
            <a:rPr lang="es-ES" noProof="1"/>
            <a:t>Unity</a:t>
          </a:r>
        </a:p>
      </dgm:t>
    </dgm:pt>
    <dgm:pt modelId="{192E5C12-58C3-4B28-928A-38175091AB80}" type="parTrans" cxnId="{233F2226-6C60-41E2-B3C3-5EF8F769F2E4}">
      <dgm:prSet/>
      <dgm:spPr/>
      <dgm:t>
        <a:bodyPr/>
        <a:lstStyle/>
        <a:p>
          <a:endParaRPr lang="en-GB"/>
        </a:p>
      </dgm:t>
    </dgm:pt>
    <dgm:pt modelId="{C2451561-42A6-4035-9A55-4993C8C51294}" type="sibTrans" cxnId="{233F2226-6C60-41E2-B3C3-5EF8F769F2E4}">
      <dgm:prSet/>
      <dgm:spPr/>
      <dgm:t>
        <a:bodyPr/>
        <a:lstStyle/>
        <a:p>
          <a:endParaRPr lang="en-GB"/>
        </a:p>
      </dgm:t>
    </dgm:pt>
    <dgm:pt modelId="{707F4F63-023F-487D-A3F6-0804E1B6EE44}">
      <dgm:prSet/>
      <dgm:spPr/>
      <dgm:t>
        <a:bodyPr/>
        <a:lstStyle/>
        <a:p>
          <a:r>
            <a:rPr lang="es-ES" noProof="1"/>
            <a:t>Godot</a:t>
          </a:r>
        </a:p>
      </dgm:t>
    </dgm:pt>
    <dgm:pt modelId="{3A144AD5-EBF4-419E-9491-94E017884189}" type="parTrans" cxnId="{D5FA4769-8C5D-495F-917C-A5BE34D27AD9}">
      <dgm:prSet/>
      <dgm:spPr/>
      <dgm:t>
        <a:bodyPr/>
        <a:lstStyle/>
        <a:p>
          <a:endParaRPr lang="en-GB"/>
        </a:p>
      </dgm:t>
    </dgm:pt>
    <dgm:pt modelId="{6DC43C75-E811-413E-9A1F-BCB6D40D3D1E}" type="sibTrans" cxnId="{D5FA4769-8C5D-495F-917C-A5BE34D27AD9}">
      <dgm:prSet/>
      <dgm:spPr/>
      <dgm:t>
        <a:bodyPr/>
        <a:lstStyle/>
        <a:p>
          <a:endParaRPr lang="en-GB"/>
        </a:p>
      </dgm:t>
    </dgm:pt>
    <dgm:pt modelId="{43F597DB-BF39-464F-9CF6-3EAD5DE355A1}">
      <dgm:prSet/>
      <dgm:spPr/>
      <dgm:t>
        <a:bodyPr/>
        <a:lstStyle/>
        <a:p>
          <a:r>
            <a:rPr lang="es-ES" noProof="1"/>
            <a:t>GameMaker</a:t>
          </a:r>
        </a:p>
      </dgm:t>
    </dgm:pt>
    <dgm:pt modelId="{8142F2A7-F290-41D3-8AE4-DC4C914C0E74}" type="parTrans" cxnId="{FC125F7A-D806-4AA7-ADA3-119797732B07}">
      <dgm:prSet/>
      <dgm:spPr/>
      <dgm:t>
        <a:bodyPr/>
        <a:lstStyle/>
        <a:p>
          <a:endParaRPr lang="en-GB"/>
        </a:p>
      </dgm:t>
    </dgm:pt>
    <dgm:pt modelId="{75781C52-55DD-4FFC-9F48-3ADCA0FC766A}" type="sibTrans" cxnId="{FC125F7A-D806-4AA7-ADA3-119797732B07}">
      <dgm:prSet/>
      <dgm:spPr/>
      <dgm:t>
        <a:bodyPr/>
        <a:lstStyle/>
        <a:p>
          <a:endParaRPr lang="en-GB"/>
        </a:p>
      </dgm:t>
    </dgm:pt>
    <dgm:pt modelId="{B5C195D0-3E95-4699-97D8-0C665596EA3F}">
      <dgm:prSet/>
      <dgm:spPr/>
      <dgm:t>
        <a:bodyPr/>
        <a:lstStyle/>
        <a:p>
          <a:r>
            <a:rPr lang="es-ES" noProof="1"/>
            <a:t>GameObject + Component</a:t>
          </a:r>
        </a:p>
      </dgm:t>
    </dgm:pt>
    <dgm:pt modelId="{02F7F9D8-C06F-40C0-80FF-EDC1B7EEA206}" type="parTrans" cxnId="{990F64FD-4AB1-4312-98ED-C144C6668496}">
      <dgm:prSet/>
      <dgm:spPr/>
      <dgm:t>
        <a:bodyPr/>
        <a:lstStyle/>
        <a:p>
          <a:endParaRPr lang="en-GB"/>
        </a:p>
      </dgm:t>
    </dgm:pt>
    <dgm:pt modelId="{8F6FD2CF-A61C-4D51-875F-79E1C9F3281E}" type="sibTrans" cxnId="{990F64FD-4AB1-4312-98ED-C144C6668496}">
      <dgm:prSet/>
      <dgm:spPr/>
      <dgm:t>
        <a:bodyPr/>
        <a:lstStyle/>
        <a:p>
          <a:endParaRPr lang="en-GB"/>
        </a:p>
      </dgm:t>
    </dgm:pt>
    <dgm:pt modelId="{4225188D-AAA6-4988-84FA-2FB20CE1F0C8}">
      <dgm:prSet/>
      <dgm:spPr/>
      <dgm:t>
        <a:bodyPr/>
        <a:lstStyle/>
        <a:p>
          <a:r>
            <a:rPr lang="es-ES" noProof="1"/>
            <a:t>Node + Scene</a:t>
          </a:r>
        </a:p>
      </dgm:t>
    </dgm:pt>
    <dgm:pt modelId="{79AC5522-9CFA-49B8-ABFC-7305431D8560}" type="parTrans" cxnId="{4B50B967-6740-4264-B2C4-02786A6F58A5}">
      <dgm:prSet/>
      <dgm:spPr/>
      <dgm:t>
        <a:bodyPr/>
        <a:lstStyle/>
        <a:p>
          <a:endParaRPr lang="en-GB"/>
        </a:p>
      </dgm:t>
    </dgm:pt>
    <dgm:pt modelId="{A92D16B3-8B61-4EBE-9375-4FEB1A1B9C97}" type="sibTrans" cxnId="{4B50B967-6740-4264-B2C4-02786A6F58A5}">
      <dgm:prSet/>
      <dgm:spPr/>
      <dgm:t>
        <a:bodyPr/>
        <a:lstStyle/>
        <a:p>
          <a:endParaRPr lang="en-GB"/>
        </a:p>
      </dgm:t>
    </dgm:pt>
    <dgm:pt modelId="{9C0461B3-38E7-457D-B305-643958513D73}">
      <dgm:prSet/>
      <dgm:spPr/>
      <dgm:t>
        <a:bodyPr/>
        <a:lstStyle/>
        <a:p>
          <a:r>
            <a:rPr lang="es-ES" noProof="1"/>
            <a:t>Object + Event</a:t>
          </a:r>
        </a:p>
      </dgm:t>
    </dgm:pt>
    <dgm:pt modelId="{F33B2C96-8B51-441F-A64F-4CF8B04B4F72}" type="parTrans" cxnId="{20C1EEB8-1701-4524-92A2-A79BE36C3C58}">
      <dgm:prSet/>
      <dgm:spPr/>
      <dgm:t>
        <a:bodyPr/>
        <a:lstStyle/>
        <a:p>
          <a:endParaRPr lang="en-GB"/>
        </a:p>
      </dgm:t>
    </dgm:pt>
    <dgm:pt modelId="{1428ECBF-EE26-4D58-8DAD-FBC5D1810599}" type="sibTrans" cxnId="{20C1EEB8-1701-4524-92A2-A79BE36C3C58}">
      <dgm:prSet/>
      <dgm:spPr/>
      <dgm:t>
        <a:bodyPr/>
        <a:lstStyle/>
        <a:p>
          <a:endParaRPr lang="en-GB"/>
        </a:p>
      </dgm:t>
    </dgm:pt>
    <dgm:pt modelId="{BD73DA44-0071-423E-A4DD-4295DED49E18}">
      <dgm:prSet/>
      <dgm:spPr/>
      <dgm:t>
        <a:bodyPr/>
        <a:lstStyle/>
        <a:p>
          <a:r>
            <a:rPr lang="es-ES" noProof="1"/>
            <a:t>Comparación</a:t>
          </a:r>
        </a:p>
      </dgm:t>
    </dgm:pt>
    <dgm:pt modelId="{03342DF0-553A-46E9-9413-91C23A80848B}" type="parTrans" cxnId="{F2F101D2-AB64-43D6-B8D9-9094238FF8B7}">
      <dgm:prSet/>
      <dgm:spPr/>
      <dgm:t>
        <a:bodyPr/>
        <a:lstStyle/>
        <a:p>
          <a:endParaRPr lang="en-GB"/>
        </a:p>
      </dgm:t>
    </dgm:pt>
    <dgm:pt modelId="{61F64ECD-186E-4AB1-AA9C-1417A46EF629}" type="sibTrans" cxnId="{F2F101D2-AB64-43D6-B8D9-9094238FF8B7}">
      <dgm:prSet/>
      <dgm:spPr/>
      <dgm:t>
        <a:bodyPr/>
        <a:lstStyle/>
        <a:p>
          <a:endParaRPr lang="en-GB"/>
        </a:p>
      </dgm:t>
    </dgm:pt>
    <dgm:pt modelId="{2AA2F3B0-474D-4AC5-ABDC-66CD9F8BBB46}">
      <dgm:prSet/>
      <dgm:spPr/>
      <dgm:t>
        <a:bodyPr/>
        <a:lstStyle/>
        <a:p>
          <a:pPr>
            <a:buNone/>
          </a:pPr>
          <a:r>
            <a:rPr lang="es-ES" noProof="1"/>
            <a:t>Unity y Godot permiten arquitecturas modulares y reutilizables.</a:t>
          </a:r>
        </a:p>
      </dgm:t>
    </dgm:pt>
    <dgm:pt modelId="{D55B75BF-9073-489C-89D7-1443812A109D}" type="parTrans" cxnId="{0CA7C95B-F7AE-41BE-AE01-CDA5AB0A8C6B}">
      <dgm:prSet/>
      <dgm:spPr/>
      <dgm:t>
        <a:bodyPr/>
        <a:lstStyle/>
        <a:p>
          <a:endParaRPr lang="en-GB"/>
        </a:p>
      </dgm:t>
    </dgm:pt>
    <dgm:pt modelId="{50B54A1D-39A3-4AD4-B51E-57F8D2999B42}" type="sibTrans" cxnId="{0CA7C95B-F7AE-41BE-AE01-CDA5AB0A8C6B}">
      <dgm:prSet/>
      <dgm:spPr/>
      <dgm:t>
        <a:bodyPr/>
        <a:lstStyle/>
        <a:p>
          <a:endParaRPr lang="en-GB"/>
        </a:p>
      </dgm:t>
    </dgm:pt>
    <dgm:pt modelId="{DA16B840-7B81-40CC-8B3E-6CEF8B15CB50}">
      <dgm:prSet/>
      <dgm:spPr/>
      <dgm:t>
        <a:bodyPr/>
        <a:lstStyle/>
        <a:p>
          <a:pPr>
            <a:buNone/>
          </a:pPr>
          <a:r>
            <a:rPr lang="es-ES" noProof="1"/>
            <a:t>GameMaker simplifica la estructura para acelerar el desarrollo.</a:t>
          </a:r>
        </a:p>
      </dgm:t>
    </dgm:pt>
    <dgm:pt modelId="{5617834D-6CDC-4C65-9980-5040B45DC33E}" type="parTrans" cxnId="{44F4A1D7-FF13-49E8-A8EE-D2482DD73C21}">
      <dgm:prSet/>
      <dgm:spPr/>
      <dgm:t>
        <a:bodyPr/>
        <a:lstStyle/>
        <a:p>
          <a:endParaRPr lang="en-GB"/>
        </a:p>
      </dgm:t>
    </dgm:pt>
    <dgm:pt modelId="{B70F4B3F-507D-4C6C-BA23-40BF331D06E4}" type="sibTrans" cxnId="{44F4A1D7-FF13-49E8-A8EE-D2482DD73C21}">
      <dgm:prSet/>
      <dgm:spPr/>
      <dgm:t>
        <a:bodyPr/>
        <a:lstStyle/>
        <a:p>
          <a:endParaRPr lang="en-GB"/>
        </a:p>
      </dgm:t>
    </dgm:pt>
    <dgm:pt modelId="{20234630-D931-447B-9550-2A7BABD2416C}">
      <dgm:prSet/>
      <dgm:spPr/>
      <dgm:t>
        <a:bodyPr/>
        <a:lstStyle/>
        <a:p>
          <a:pPr>
            <a:buNone/>
          </a:pPr>
          <a:r>
            <a:rPr lang="es-ES" noProof="1"/>
            <a:t>Unity centra la composición en componentes.</a:t>
          </a:r>
        </a:p>
      </dgm:t>
    </dgm:pt>
    <dgm:pt modelId="{3D071360-8828-457E-ACC9-F8E05EC2F286}" type="parTrans" cxnId="{FCA8BC27-43D3-4DC3-925C-E83EEF97917E}">
      <dgm:prSet/>
      <dgm:spPr/>
      <dgm:t>
        <a:bodyPr/>
        <a:lstStyle/>
        <a:p>
          <a:endParaRPr lang="en-GB"/>
        </a:p>
      </dgm:t>
    </dgm:pt>
    <dgm:pt modelId="{F1D017B9-F53B-4135-8CE5-C95EED7639C1}" type="sibTrans" cxnId="{FCA8BC27-43D3-4DC3-925C-E83EEF97917E}">
      <dgm:prSet/>
      <dgm:spPr/>
      <dgm:t>
        <a:bodyPr/>
        <a:lstStyle/>
        <a:p>
          <a:endParaRPr lang="en-GB"/>
        </a:p>
      </dgm:t>
    </dgm:pt>
    <dgm:pt modelId="{FC11F166-489D-4E4D-88DB-5240D33F2258}">
      <dgm:prSet/>
      <dgm:spPr/>
      <dgm:t>
        <a:bodyPr/>
        <a:lstStyle/>
        <a:p>
          <a:pPr>
            <a:buNone/>
          </a:pPr>
          <a:r>
            <a:rPr lang="es-ES" noProof="1"/>
            <a:t>Godot centra la composición en nodos y escenas reutilizables.</a:t>
          </a:r>
        </a:p>
      </dgm:t>
    </dgm:pt>
    <dgm:pt modelId="{E23EF811-80F8-49D1-9866-0226F65D793F}" type="parTrans" cxnId="{DCF42073-A191-4858-A5D6-7BD4FAE4C5B0}">
      <dgm:prSet/>
      <dgm:spPr/>
      <dgm:t>
        <a:bodyPr/>
        <a:lstStyle/>
        <a:p>
          <a:endParaRPr lang="en-GB"/>
        </a:p>
      </dgm:t>
    </dgm:pt>
    <dgm:pt modelId="{6490E586-1C0B-439F-97E2-04C6C534F589}" type="sibTrans" cxnId="{DCF42073-A191-4858-A5D6-7BD4FAE4C5B0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C1ADA9-2A02-4246-B433-879A4F000413}" type="pres">
      <dgm:prSet presAssocID="{03E4E3B0-38DC-499B-9568-2A33B15F8EEC}" presName="root" presStyleCnt="0"/>
      <dgm:spPr/>
    </dgm:pt>
    <dgm:pt modelId="{5B4D736C-B84E-4F31-B420-97EC7D77EE55}" type="pres">
      <dgm:prSet presAssocID="{03E4E3B0-38DC-499B-9568-2A33B15F8EEC}" presName="rootComposite" presStyleCnt="0"/>
      <dgm:spPr/>
    </dgm:pt>
    <dgm:pt modelId="{9231DB6C-C6C9-48E2-8AF8-99FA7F31E6C4}" type="pres">
      <dgm:prSet presAssocID="{03E4E3B0-38DC-499B-9568-2A33B15F8EEC}" presName="rootText" presStyleLbl="node1" presStyleIdx="0" presStyleCnt="4"/>
      <dgm:spPr/>
    </dgm:pt>
    <dgm:pt modelId="{FA691EC3-F6CA-4415-A81E-E01B95A2F7EA}" type="pres">
      <dgm:prSet presAssocID="{03E4E3B0-38DC-499B-9568-2A33B15F8EEC}" presName="rootConnector" presStyleLbl="node1" presStyleIdx="0" presStyleCnt="4"/>
      <dgm:spPr/>
    </dgm:pt>
    <dgm:pt modelId="{21960111-851C-41C2-9FCC-0B2C2EE3FE64}" type="pres">
      <dgm:prSet presAssocID="{03E4E3B0-38DC-499B-9568-2A33B15F8EEC}" presName="childShape" presStyleCnt="0"/>
      <dgm:spPr/>
    </dgm:pt>
    <dgm:pt modelId="{7064143C-A836-4513-B168-2CBDF4F1DAD5}" type="pres">
      <dgm:prSet presAssocID="{02F7F9D8-C06F-40C0-80FF-EDC1B7EEA206}" presName="Name13" presStyleLbl="parChTrans1D2" presStyleIdx="0" presStyleCnt="7"/>
      <dgm:spPr/>
    </dgm:pt>
    <dgm:pt modelId="{0F8C0A1D-5183-4135-90DF-EE12369D6E7A}" type="pres">
      <dgm:prSet presAssocID="{B5C195D0-3E95-4699-97D8-0C665596EA3F}" presName="childText" presStyleLbl="bgAcc1" presStyleIdx="0" presStyleCnt="7">
        <dgm:presLayoutVars>
          <dgm:bulletEnabled val="1"/>
        </dgm:presLayoutVars>
      </dgm:prSet>
      <dgm:spPr/>
    </dgm:pt>
    <dgm:pt modelId="{D5AFC246-C800-4848-92AC-D3CA44F4DB5B}" type="pres">
      <dgm:prSet presAssocID="{707F4F63-023F-487D-A3F6-0804E1B6EE44}" presName="root" presStyleCnt="0"/>
      <dgm:spPr/>
    </dgm:pt>
    <dgm:pt modelId="{CBEF9442-1E05-4B9F-BA77-F077A7266853}" type="pres">
      <dgm:prSet presAssocID="{707F4F63-023F-487D-A3F6-0804E1B6EE44}" presName="rootComposite" presStyleCnt="0"/>
      <dgm:spPr/>
    </dgm:pt>
    <dgm:pt modelId="{75D3EB81-F357-445F-98FC-4A455BF44FE0}" type="pres">
      <dgm:prSet presAssocID="{707F4F63-023F-487D-A3F6-0804E1B6EE44}" presName="rootText" presStyleLbl="node1" presStyleIdx="1" presStyleCnt="4"/>
      <dgm:spPr/>
    </dgm:pt>
    <dgm:pt modelId="{EB3D3A5E-C34D-4B9C-9E1F-196750DA8501}" type="pres">
      <dgm:prSet presAssocID="{707F4F63-023F-487D-A3F6-0804E1B6EE44}" presName="rootConnector" presStyleLbl="node1" presStyleIdx="1" presStyleCnt="4"/>
      <dgm:spPr/>
    </dgm:pt>
    <dgm:pt modelId="{37F00902-0AEF-4748-9254-3A39D8630C81}" type="pres">
      <dgm:prSet presAssocID="{707F4F63-023F-487D-A3F6-0804E1B6EE44}" presName="childShape" presStyleCnt="0"/>
      <dgm:spPr/>
    </dgm:pt>
    <dgm:pt modelId="{CAFBB3D6-2FEC-44FB-B52E-7236A5AC0425}" type="pres">
      <dgm:prSet presAssocID="{79AC5522-9CFA-49B8-ABFC-7305431D8560}" presName="Name13" presStyleLbl="parChTrans1D2" presStyleIdx="1" presStyleCnt="7"/>
      <dgm:spPr/>
    </dgm:pt>
    <dgm:pt modelId="{FC9519AE-5AB2-4FB8-8910-67BA8EAC409E}" type="pres">
      <dgm:prSet presAssocID="{4225188D-AAA6-4988-84FA-2FB20CE1F0C8}" presName="childText" presStyleLbl="bgAcc1" presStyleIdx="1" presStyleCnt="7">
        <dgm:presLayoutVars>
          <dgm:bulletEnabled val="1"/>
        </dgm:presLayoutVars>
      </dgm:prSet>
      <dgm:spPr/>
    </dgm:pt>
    <dgm:pt modelId="{76775189-925A-4046-A080-B2405C1D3D55}" type="pres">
      <dgm:prSet presAssocID="{43F597DB-BF39-464F-9CF6-3EAD5DE355A1}" presName="root" presStyleCnt="0"/>
      <dgm:spPr/>
    </dgm:pt>
    <dgm:pt modelId="{4AEFD872-A43C-4E66-9E49-15684E0310A0}" type="pres">
      <dgm:prSet presAssocID="{43F597DB-BF39-464F-9CF6-3EAD5DE355A1}" presName="rootComposite" presStyleCnt="0"/>
      <dgm:spPr/>
    </dgm:pt>
    <dgm:pt modelId="{67258E77-C380-4B5D-848F-A3FC3F147557}" type="pres">
      <dgm:prSet presAssocID="{43F597DB-BF39-464F-9CF6-3EAD5DE355A1}" presName="rootText" presStyleLbl="node1" presStyleIdx="2" presStyleCnt="4"/>
      <dgm:spPr/>
    </dgm:pt>
    <dgm:pt modelId="{F173C921-72E4-4C50-B5CD-803256BAD633}" type="pres">
      <dgm:prSet presAssocID="{43F597DB-BF39-464F-9CF6-3EAD5DE355A1}" presName="rootConnector" presStyleLbl="node1" presStyleIdx="2" presStyleCnt="4"/>
      <dgm:spPr/>
    </dgm:pt>
    <dgm:pt modelId="{8E14B81D-FDE5-47D8-BB55-A34739FBED9B}" type="pres">
      <dgm:prSet presAssocID="{43F597DB-BF39-464F-9CF6-3EAD5DE355A1}" presName="childShape" presStyleCnt="0"/>
      <dgm:spPr/>
    </dgm:pt>
    <dgm:pt modelId="{759C3668-3315-4534-8A38-705C484ACF40}" type="pres">
      <dgm:prSet presAssocID="{F33B2C96-8B51-441F-A64F-4CF8B04B4F72}" presName="Name13" presStyleLbl="parChTrans1D2" presStyleIdx="2" presStyleCnt="7"/>
      <dgm:spPr/>
    </dgm:pt>
    <dgm:pt modelId="{C5912804-14A1-4EA7-BE3F-8F9A7B817320}" type="pres">
      <dgm:prSet presAssocID="{9C0461B3-38E7-457D-B305-643958513D73}" presName="childText" presStyleLbl="bgAcc1" presStyleIdx="2" presStyleCnt="7">
        <dgm:presLayoutVars>
          <dgm:bulletEnabled val="1"/>
        </dgm:presLayoutVars>
      </dgm:prSet>
      <dgm:spPr/>
    </dgm:pt>
    <dgm:pt modelId="{6441EDD8-2240-415F-BA45-18066B5133F8}" type="pres">
      <dgm:prSet presAssocID="{BD73DA44-0071-423E-A4DD-4295DED49E18}" presName="root" presStyleCnt="0"/>
      <dgm:spPr/>
    </dgm:pt>
    <dgm:pt modelId="{3ADE8AA9-AAC8-4D9C-BAF8-EEB4D49B65C1}" type="pres">
      <dgm:prSet presAssocID="{BD73DA44-0071-423E-A4DD-4295DED49E18}" presName="rootComposite" presStyleCnt="0"/>
      <dgm:spPr/>
    </dgm:pt>
    <dgm:pt modelId="{65FAF60E-87FE-4AB6-9F17-D6CBAA271A63}" type="pres">
      <dgm:prSet presAssocID="{BD73DA44-0071-423E-A4DD-4295DED49E18}" presName="rootText" presStyleLbl="node1" presStyleIdx="3" presStyleCnt="4"/>
      <dgm:spPr/>
    </dgm:pt>
    <dgm:pt modelId="{E2A326B1-6F39-4D05-9CCB-CA0A1BACA1F1}" type="pres">
      <dgm:prSet presAssocID="{BD73DA44-0071-423E-A4DD-4295DED49E18}" presName="rootConnector" presStyleLbl="node1" presStyleIdx="3" presStyleCnt="4"/>
      <dgm:spPr/>
    </dgm:pt>
    <dgm:pt modelId="{2DA015BE-0BA7-4FBD-B03A-3BD4E045E77F}" type="pres">
      <dgm:prSet presAssocID="{BD73DA44-0071-423E-A4DD-4295DED49E18}" presName="childShape" presStyleCnt="0"/>
      <dgm:spPr/>
    </dgm:pt>
    <dgm:pt modelId="{32AD5508-F974-42A9-8F3B-25E4E44278C2}" type="pres">
      <dgm:prSet presAssocID="{D55B75BF-9073-489C-89D7-1443812A109D}" presName="Name13" presStyleLbl="parChTrans1D2" presStyleIdx="3" presStyleCnt="7"/>
      <dgm:spPr/>
    </dgm:pt>
    <dgm:pt modelId="{6009792E-8882-44D2-9837-CBC0DA6341DB}" type="pres">
      <dgm:prSet presAssocID="{2AA2F3B0-474D-4AC5-ABDC-66CD9F8BBB46}" presName="childText" presStyleLbl="bgAcc1" presStyleIdx="3" presStyleCnt="7">
        <dgm:presLayoutVars>
          <dgm:bulletEnabled val="1"/>
        </dgm:presLayoutVars>
      </dgm:prSet>
      <dgm:spPr/>
    </dgm:pt>
    <dgm:pt modelId="{E217AD36-780D-471D-9AF5-8A716199CB48}" type="pres">
      <dgm:prSet presAssocID="{3D071360-8828-457E-ACC9-F8E05EC2F286}" presName="Name13" presStyleLbl="parChTrans1D2" presStyleIdx="4" presStyleCnt="7"/>
      <dgm:spPr/>
    </dgm:pt>
    <dgm:pt modelId="{593F5AA7-4AB4-4929-A2F5-FD19CEAEDECA}" type="pres">
      <dgm:prSet presAssocID="{20234630-D931-447B-9550-2A7BABD2416C}" presName="childText" presStyleLbl="bgAcc1" presStyleIdx="4" presStyleCnt="7">
        <dgm:presLayoutVars>
          <dgm:bulletEnabled val="1"/>
        </dgm:presLayoutVars>
      </dgm:prSet>
      <dgm:spPr/>
    </dgm:pt>
    <dgm:pt modelId="{5E7BD4A0-DDCA-4F10-B05B-970F689DC0F2}" type="pres">
      <dgm:prSet presAssocID="{E23EF811-80F8-49D1-9866-0226F65D793F}" presName="Name13" presStyleLbl="parChTrans1D2" presStyleIdx="5" presStyleCnt="7"/>
      <dgm:spPr/>
    </dgm:pt>
    <dgm:pt modelId="{AB372D4A-D283-4105-94D0-3303EB34FE5D}" type="pres">
      <dgm:prSet presAssocID="{FC11F166-489D-4E4D-88DB-5240D33F2258}" presName="childText" presStyleLbl="bgAcc1" presStyleIdx="5" presStyleCnt="7">
        <dgm:presLayoutVars>
          <dgm:bulletEnabled val="1"/>
        </dgm:presLayoutVars>
      </dgm:prSet>
      <dgm:spPr/>
    </dgm:pt>
    <dgm:pt modelId="{2552EFF9-CE03-42AD-9CC1-1D9DA057B6D1}" type="pres">
      <dgm:prSet presAssocID="{5617834D-6CDC-4C65-9980-5040B45DC33E}" presName="Name13" presStyleLbl="parChTrans1D2" presStyleIdx="6" presStyleCnt="7"/>
      <dgm:spPr/>
    </dgm:pt>
    <dgm:pt modelId="{531B5010-5496-4A7A-856E-2897BA9F6B89}" type="pres">
      <dgm:prSet presAssocID="{DA16B840-7B81-40CC-8B3E-6CEF8B15CB50}" presName="childText" presStyleLbl="bgAcc1" presStyleIdx="6" presStyleCnt="7">
        <dgm:presLayoutVars>
          <dgm:bulletEnabled val="1"/>
        </dgm:presLayoutVars>
      </dgm:prSet>
      <dgm:spPr/>
    </dgm:pt>
  </dgm:ptLst>
  <dgm:cxnLst>
    <dgm:cxn modelId="{1C98C109-60AF-4FF5-A2C5-1B3D1A6DDAC1}" type="presOf" srcId="{5617834D-6CDC-4C65-9980-5040B45DC33E}" destId="{2552EFF9-CE03-42AD-9CC1-1D9DA057B6D1}" srcOrd="0" destOrd="0" presId="urn:microsoft.com/office/officeart/2005/8/layout/hierarchy3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5BBF2021-39C4-40F8-B84C-5C4F752D67BF}" type="presOf" srcId="{BD73DA44-0071-423E-A4DD-4295DED49E18}" destId="{E2A326B1-6F39-4D05-9CCB-CA0A1BACA1F1}" srcOrd="1" destOrd="0" presId="urn:microsoft.com/office/officeart/2005/8/layout/hierarchy3"/>
    <dgm:cxn modelId="{F294A822-CC2C-4625-BB5B-C0B8D3F12C5A}" type="presOf" srcId="{E23EF811-80F8-49D1-9866-0226F65D793F}" destId="{5E7BD4A0-DDCA-4F10-B05B-970F689DC0F2}" srcOrd="0" destOrd="0" presId="urn:microsoft.com/office/officeart/2005/8/layout/hierarchy3"/>
    <dgm:cxn modelId="{9D0AF123-3BCD-4DA8-B674-ADEB895C732C}" type="presOf" srcId="{02F7F9D8-C06F-40C0-80FF-EDC1B7EEA206}" destId="{7064143C-A836-4513-B168-2CBDF4F1DAD5}" srcOrd="0" destOrd="0" presId="urn:microsoft.com/office/officeart/2005/8/layout/hierarchy3"/>
    <dgm:cxn modelId="{233F2226-6C60-41E2-B3C3-5EF8F769F2E4}" srcId="{BDB7CC9A-3BD2-4AAD-A511-80954914245A}" destId="{03E4E3B0-38DC-499B-9568-2A33B15F8EEC}" srcOrd="0" destOrd="0" parTransId="{192E5C12-58C3-4B28-928A-38175091AB80}" sibTransId="{C2451561-42A6-4035-9A55-4993C8C51294}"/>
    <dgm:cxn modelId="{2F5F4326-DD9E-4A97-A221-507EB2AC0B29}" type="presOf" srcId="{BD73DA44-0071-423E-A4DD-4295DED49E18}" destId="{65FAF60E-87FE-4AB6-9F17-D6CBAA271A63}" srcOrd="0" destOrd="0" presId="urn:microsoft.com/office/officeart/2005/8/layout/hierarchy3"/>
    <dgm:cxn modelId="{FCA8BC27-43D3-4DC3-925C-E83EEF97917E}" srcId="{BD73DA44-0071-423E-A4DD-4295DED49E18}" destId="{20234630-D931-447B-9550-2A7BABD2416C}" srcOrd="1" destOrd="0" parTransId="{3D071360-8828-457E-ACC9-F8E05EC2F286}" sibTransId="{F1D017B9-F53B-4135-8CE5-C95EED7639C1}"/>
    <dgm:cxn modelId="{42E26F2C-7BDB-46A4-939F-9E628366DB1B}" type="presOf" srcId="{20234630-D931-447B-9550-2A7BABD2416C}" destId="{593F5AA7-4AB4-4929-A2F5-FD19CEAEDECA}" srcOrd="0" destOrd="0" presId="urn:microsoft.com/office/officeart/2005/8/layout/hierarchy3"/>
    <dgm:cxn modelId="{E098CB38-DC01-46E9-AA73-4A393E59C040}" type="presOf" srcId="{707F4F63-023F-487D-A3F6-0804E1B6EE44}" destId="{75D3EB81-F357-445F-98FC-4A455BF44FE0}" srcOrd="0" destOrd="0" presId="urn:microsoft.com/office/officeart/2005/8/layout/hierarchy3"/>
    <dgm:cxn modelId="{D033AC5B-1F44-420E-81EF-91EF92DDE93D}" type="presOf" srcId="{03E4E3B0-38DC-499B-9568-2A33B15F8EEC}" destId="{FA691EC3-F6CA-4415-A81E-E01B95A2F7EA}" srcOrd="1" destOrd="0" presId="urn:microsoft.com/office/officeart/2005/8/layout/hierarchy3"/>
    <dgm:cxn modelId="{0CA7C95B-F7AE-41BE-AE01-CDA5AB0A8C6B}" srcId="{BD73DA44-0071-423E-A4DD-4295DED49E18}" destId="{2AA2F3B0-474D-4AC5-ABDC-66CD9F8BBB46}" srcOrd="0" destOrd="0" parTransId="{D55B75BF-9073-489C-89D7-1443812A109D}" sibTransId="{50B54A1D-39A3-4AD4-B51E-57F8D2999B42}"/>
    <dgm:cxn modelId="{5429F05D-AB16-4386-A1FA-83FBB5885ABE}" type="presOf" srcId="{3D071360-8828-457E-ACC9-F8E05EC2F286}" destId="{E217AD36-780D-471D-9AF5-8A716199CB48}" srcOrd="0" destOrd="0" presId="urn:microsoft.com/office/officeart/2005/8/layout/hierarchy3"/>
    <dgm:cxn modelId="{D7A09344-D5AE-41EE-86AD-EEB640F72845}" type="presOf" srcId="{9C0461B3-38E7-457D-B305-643958513D73}" destId="{C5912804-14A1-4EA7-BE3F-8F9A7B817320}" srcOrd="0" destOrd="0" presId="urn:microsoft.com/office/officeart/2005/8/layout/hierarchy3"/>
    <dgm:cxn modelId="{4B50B967-6740-4264-B2C4-02786A6F58A5}" srcId="{707F4F63-023F-487D-A3F6-0804E1B6EE44}" destId="{4225188D-AAA6-4988-84FA-2FB20CE1F0C8}" srcOrd="0" destOrd="0" parTransId="{79AC5522-9CFA-49B8-ABFC-7305431D8560}" sibTransId="{A92D16B3-8B61-4EBE-9375-4FEB1A1B9C97}"/>
    <dgm:cxn modelId="{D5FA4769-8C5D-495F-917C-A5BE34D27AD9}" srcId="{BDB7CC9A-3BD2-4AAD-A511-80954914245A}" destId="{707F4F63-023F-487D-A3F6-0804E1B6EE44}" srcOrd="1" destOrd="0" parTransId="{3A144AD5-EBF4-419E-9491-94E017884189}" sibTransId="{6DC43C75-E811-413E-9A1F-BCB6D40D3D1E}"/>
    <dgm:cxn modelId="{DCF42073-A191-4858-A5D6-7BD4FAE4C5B0}" srcId="{BD73DA44-0071-423E-A4DD-4295DED49E18}" destId="{FC11F166-489D-4E4D-88DB-5240D33F2258}" srcOrd="2" destOrd="0" parTransId="{E23EF811-80F8-49D1-9866-0226F65D793F}" sibTransId="{6490E586-1C0B-439F-97E2-04C6C534F589}"/>
    <dgm:cxn modelId="{1942D479-11FD-45CF-B644-AFB711407891}" type="presOf" srcId="{79AC5522-9CFA-49B8-ABFC-7305431D8560}" destId="{CAFBB3D6-2FEC-44FB-B52E-7236A5AC0425}" srcOrd="0" destOrd="0" presId="urn:microsoft.com/office/officeart/2005/8/layout/hierarchy3"/>
    <dgm:cxn modelId="{FC125F7A-D806-4AA7-ADA3-119797732B07}" srcId="{BDB7CC9A-3BD2-4AAD-A511-80954914245A}" destId="{43F597DB-BF39-464F-9CF6-3EAD5DE355A1}" srcOrd="2" destOrd="0" parTransId="{8142F2A7-F290-41D3-8AE4-DC4C914C0E74}" sibTransId="{75781C52-55DD-4FFC-9F48-3ADCA0FC766A}"/>
    <dgm:cxn modelId="{5C6B635A-1D99-4B4E-86FF-4C39D4A46235}" type="presOf" srcId="{4225188D-AAA6-4988-84FA-2FB20CE1F0C8}" destId="{FC9519AE-5AB2-4FB8-8910-67BA8EAC409E}" srcOrd="0" destOrd="0" presId="urn:microsoft.com/office/officeart/2005/8/layout/hierarchy3"/>
    <dgm:cxn modelId="{1B5F6B8B-7801-4E72-8E6E-22A44CF3B9C1}" type="presOf" srcId="{FC11F166-489D-4E4D-88DB-5240D33F2258}" destId="{AB372D4A-D283-4105-94D0-3303EB34FE5D}" srcOrd="0" destOrd="0" presId="urn:microsoft.com/office/officeart/2005/8/layout/hierarchy3"/>
    <dgm:cxn modelId="{470C15A3-39EA-4C83-BFB3-B567507835C6}" type="presOf" srcId="{707F4F63-023F-487D-A3F6-0804E1B6EE44}" destId="{EB3D3A5E-C34D-4B9C-9E1F-196750DA8501}" srcOrd="1" destOrd="0" presId="urn:microsoft.com/office/officeart/2005/8/layout/hierarchy3"/>
    <dgm:cxn modelId="{2E8A78AE-AFFE-4FFE-A7C3-5038EF31D947}" type="presOf" srcId="{F33B2C96-8B51-441F-A64F-4CF8B04B4F72}" destId="{759C3668-3315-4534-8A38-705C484ACF40}" srcOrd="0" destOrd="0" presId="urn:microsoft.com/office/officeart/2005/8/layout/hierarchy3"/>
    <dgm:cxn modelId="{20C1EEB8-1701-4524-92A2-A79BE36C3C58}" srcId="{43F597DB-BF39-464F-9CF6-3EAD5DE355A1}" destId="{9C0461B3-38E7-457D-B305-643958513D73}" srcOrd="0" destOrd="0" parTransId="{F33B2C96-8B51-441F-A64F-4CF8B04B4F72}" sibTransId="{1428ECBF-EE26-4D58-8DAD-FBC5D1810599}"/>
    <dgm:cxn modelId="{5B29F8BE-DAAD-43C4-8DFA-318792C71B53}" type="presOf" srcId="{B5C195D0-3E95-4699-97D8-0C665596EA3F}" destId="{0F8C0A1D-5183-4135-90DF-EE12369D6E7A}" srcOrd="0" destOrd="0" presId="urn:microsoft.com/office/officeart/2005/8/layout/hierarchy3"/>
    <dgm:cxn modelId="{86707AC0-33DF-4390-9E8A-47E5E854065B}" type="presOf" srcId="{2AA2F3B0-474D-4AC5-ABDC-66CD9F8BBB46}" destId="{6009792E-8882-44D2-9837-CBC0DA6341DB}" srcOrd="0" destOrd="0" presId="urn:microsoft.com/office/officeart/2005/8/layout/hierarchy3"/>
    <dgm:cxn modelId="{660ACBCD-0C3F-4880-A6CF-4EC50E03A272}" type="presOf" srcId="{43F597DB-BF39-464F-9CF6-3EAD5DE355A1}" destId="{F173C921-72E4-4C50-B5CD-803256BAD633}" srcOrd="1" destOrd="0" presId="urn:microsoft.com/office/officeart/2005/8/layout/hierarchy3"/>
    <dgm:cxn modelId="{F01BC8D0-B6F7-4842-A312-8DF050641D17}" type="presOf" srcId="{DA16B840-7B81-40CC-8B3E-6CEF8B15CB50}" destId="{531B5010-5496-4A7A-856E-2897BA9F6B89}" srcOrd="0" destOrd="0" presId="urn:microsoft.com/office/officeart/2005/8/layout/hierarchy3"/>
    <dgm:cxn modelId="{F2F101D2-AB64-43D6-B8D9-9094238FF8B7}" srcId="{BDB7CC9A-3BD2-4AAD-A511-80954914245A}" destId="{BD73DA44-0071-423E-A4DD-4295DED49E18}" srcOrd="3" destOrd="0" parTransId="{03342DF0-553A-46E9-9413-91C23A80848B}" sibTransId="{61F64ECD-186E-4AB1-AA9C-1417A46EF629}"/>
    <dgm:cxn modelId="{44F4A1D7-FF13-49E8-A8EE-D2482DD73C21}" srcId="{BD73DA44-0071-423E-A4DD-4295DED49E18}" destId="{DA16B840-7B81-40CC-8B3E-6CEF8B15CB50}" srcOrd="3" destOrd="0" parTransId="{5617834D-6CDC-4C65-9980-5040B45DC33E}" sibTransId="{B70F4B3F-507D-4C6C-BA23-40BF331D06E4}"/>
    <dgm:cxn modelId="{BF2E85DF-E583-49A2-82AB-1B0456421DC8}" type="presOf" srcId="{43F597DB-BF39-464F-9CF6-3EAD5DE355A1}" destId="{67258E77-C380-4B5D-848F-A3FC3F147557}" srcOrd="0" destOrd="0" presId="urn:microsoft.com/office/officeart/2005/8/layout/hierarchy3"/>
    <dgm:cxn modelId="{99C67EE1-8FAA-489E-954A-2BE1579CCF40}" type="presOf" srcId="{03E4E3B0-38DC-499B-9568-2A33B15F8EEC}" destId="{9231DB6C-C6C9-48E2-8AF8-99FA7F31E6C4}" srcOrd="0" destOrd="0" presId="urn:microsoft.com/office/officeart/2005/8/layout/hierarchy3"/>
    <dgm:cxn modelId="{D05C89E7-5B14-4CB5-9FAB-AE57489DCC14}" type="presOf" srcId="{D55B75BF-9073-489C-89D7-1443812A109D}" destId="{32AD5508-F974-42A9-8F3B-25E4E44278C2}" srcOrd="0" destOrd="0" presId="urn:microsoft.com/office/officeart/2005/8/layout/hierarchy3"/>
    <dgm:cxn modelId="{990F64FD-4AB1-4312-98ED-C144C6668496}" srcId="{03E4E3B0-38DC-499B-9568-2A33B15F8EEC}" destId="{B5C195D0-3E95-4699-97D8-0C665596EA3F}" srcOrd="0" destOrd="0" parTransId="{02F7F9D8-C06F-40C0-80FF-EDC1B7EEA206}" sibTransId="{8F6FD2CF-A61C-4D51-875F-79E1C9F3281E}"/>
    <dgm:cxn modelId="{CA8B06E2-DDF8-4C91-B1C6-7D9821D9FEB0}" type="presParOf" srcId="{CD6F6516-51A2-44CF-8A59-7356DB327826}" destId="{DFC1ADA9-2A02-4246-B433-879A4F000413}" srcOrd="0" destOrd="0" presId="urn:microsoft.com/office/officeart/2005/8/layout/hierarchy3"/>
    <dgm:cxn modelId="{BF8B5D1C-9063-4F16-AB9D-E2253B7523A7}" type="presParOf" srcId="{DFC1ADA9-2A02-4246-B433-879A4F000413}" destId="{5B4D736C-B84E-4F31-B420-97EC7D77EE55}" srcOrd="0" destOrd="0" presId="urn:microsoft.com/office/officeart/2005/8/layout/hierarchy3"/>
    <dgm:cxn modelId="{C205331B-EF34-497F-96E3-3066423495D3}" type="presParOf" srcId="{5B4D736C-B84E-4F31-B420-97EC7D77EE55}" destId="{9231DB6C-C6C9-48E2-8AF8-99FA7F31E6C4}" srcOrd="0" destOrd="0" presId="urn:microsoft.com/office/officeart/2005/8/layout/hierarchy3"/>
    <dgm:cxn modelId="{BCF83F1C-BC88-4CA8-9AEA-C4BEB50D95CB}" type="presParOf" srcId="{5B4D736C-B84E-4F31-B420-97EC7D77EE55}" destId="{FA691EC3-F6CA-4415-A81E-E01B95A2F7EA}" srcOrd="1" destOrd="0" presId="urn:microsoft.com/office/officeart/2005/8/layout/hierarchy3"/>
    <dgm:cxn modelId="{126B2051-236F-48F5-B233-D5BC72BAE4F5}" type="presParOf" srcId="{DFC1ADA9-2A02-4246-B433-879A4F000413}" destId="{21960111-851C-41C2-9FCC-0B2C2EE3FE64}" srcOrd="1" destOrd="0" presId="urn:microsoft.com/office/officeart/2005/8/layout/hierarchy3"/>
    <dgm:cxn modelId="{806266F4-4C16-45D8-A753-232FABFFE0CF}" type="presParOf" srcId="{21960111-851C-41C2-9FCC-0B2C2EE3FE64}" destId="{7064143C-A836-4513-B168-2CBDF4F1DAD5}" srcOrd="0" destOrd="0" presId="urn:microsoft.com/office/officeart/2005/8/layout/hierarchy3"/>
    <dgm:cxn modelId="{803E038C-9778-4077-9BC2-C1D32E3DF477}" type="presParOf" srcId="{21960111-851C-41C2-9FCC-0B2C2EE3FE64}" destId="{0F8C0A1D-5183-4135-90DF-EE12369D6E7A}" srcOrd="1" destOrd="0" presId="urn:microsoft.com/office/officeart/2005/8/layout/hierarchy3"/>
    <dgm:cxn modelId="{0479CE61-F34F-4AF5-90AE-F99617755A6A}" type="presParOf" srcId="{CD6F6516-51A2-44CF-8A59-7356DB327826}" destId="{D5AFC246-C800-4848-92AC-D3CA44F4DB5B}" srcOrd="1" destOrd="0" presId="urn:microsoft.com/office/officeart/2005/8/layout/hierarchy3"/>
    <dgm:cxn modelId="{1D39BE5A-B9FE-4512-B78E-CF80B51FCB1C}" type="presParOf" srcId="{D5AFC246-C800-4848-92AC-D3CA44F4DB5B}" destId="{CBEF9442-1E05-4B9F-BA77-F077A7266853}" srcOrd="0" destOrd="0" presId="urn:microsoft.com/office/officeart/2005/8/layout/hierarchy3"/>
    <dgm:cxn modelId="{6B61E229-3DF2-4B7D-9E1E-B9901E608FFF}" type="presParOf" srcId="{CBEF9442-1E05-4B9F-BA77-F077A7266853}" destId="{75D3EB81-F357-445F-98FC-4A455BF44FE0}" srcOrd="0" destOrd="0" presId="urn:microsoft.com/office/officeart/2005/8/layout/hierarchy3"/>
    <dgm:cxn modelId="{2C6618A8-7B87-4B4F-AE79-F482849CD645}" type="presParOf" srcId="{CBEF9442-1E05-4B9F-BA77-F077A7266853}" destId="{EB3D3A5E-C34D-4B9C-9E1F-196750DA8501}" srcOrd="1" destOrd="0" presId="urn:microsoft.com/office/officeart/2005/8/layout/hierarchy3"/>
    <dgm:cxn modelId="{3F4F2071-148E-45E9-81FC-C1DC5C1C133A}" type="presParOf" srcId="{D5AFC246-C800-4848-92AC-D3CA44F4DB5B}" destId="{37F00902-0AEF-4748-9254-3A39D8630C81}" srcOrd="1" destOrd="0" presId="urn:microsoft.com/office/officeart/2005/8/layout/hierarchy3"/>
    <dgm:cxn modelId="{D6AC8241-9FAB-4563-ADE9-C80A3778F034}" type="presParOf" srcId="{37F00902-0AEF-4748-9254-3A39D8630C81}" destId="{CAFBB3D6-2FEC-44FB-B52E-7236A5AC0425}" srcOrd="0" destOrd="0" presId="urn:microsoft.com/office/officeart/2005/8/layout/hierarchy3"/>
    <dgm:cxn modelId="{538F5E8A-3BC7-4C37-A63F-3990737E9487}" type="presParOf" srcId="{37F00902-0AEF-4748-9254-3A39D8630C81}" destId="{FC9519AE-5AB2-4FB8-8910-67BA8EAC409E}" srcOrd="1" destOrd="0" presId="urn:microsoft.com/office/officeart/2005/8/layout/hierarchy3"/>
    <dgm:cxn modelId="{FB3B9D51-28BE-4EB7-B86F-C55E40070D7D}" type="presParOf" srcId="{CD6F6516-51A2-44CF-8A59-7356DB327826}" destId="{76775189-925A-4046-A080-B2405C1D3D55}" srcOrd="2" destOrd="0" presId="urn:microsoft.com/office/officeart/2005/8/layout/hierarchy3"/>
    <dgm:cxn modelId="{FD064A30-03ED-469D-AE5F-E157C6DD7785}" type="presParOf" srcId="{76775189-925A-4046-A080-B2405C1D3D55}" destId="{4AEFD872-A43C-4E66-9E49-15684E0310A0}" srcOrd="0" destOrd="0" presId="urn:microsoft.com/office/officeart/2005/8/layout/hierarchy3"/>
    <dgm:cxn modelId="{F671FADF-AFB3-402C-B5B2-C390C7083DD6}" type="presParOf" srcId="{4AEFD872-A43C-4E66-9E49-15684E0310A0}" destId="{67258E77-C380-4B5D-848F-A3FC3F147557}" srcOrd="0" destOrd="0" presId="urn:microsoft.com/office/officeart/2005/8/layout/hierarchy3"/>
    <dgm:cxn modelId="{0A6B92CE-207E-441C-A0C1-9C96CB473918}" type="presParOf" srcId="{4AEFD872-A43C-4E66-9E49-15684E0310A0}" destId="{F173C921-72E4-4C50-B5CD-803256BAD633}" srcOrd="1" destOrd="0" presId="urn:microsoft.com/office/officeart/2005/8/layout/hierarchy3"/>
    <dgm:cxn modelId="{3BFD7759-756D-40EA-80D2-82E806C89066}" type="presParOf" srcId="{76775189-925A-4046-A080-B2405C1D3D55}" destId="{8E14B81D-FDE5-47D8-BB55-A34739FBED9B}" srcOrd="1" destOrd="0" presId="urn:microsoft.com/office/officeart/2005/8/layout/hierarchy3"/>
    <dgm:cxn modelId="{EDC7EBD1-8690-4996-857C-646587DBB13F}" type="presParOf" srcId="{8E14B81D-FDE5-47D8-BB55-A34739FBED9B}" destId="{759C3668-3315-4534-8A38-705C484ACF40}" srcOrd="0" destOrd="0" presId="urn:microsoft.com/office/officeart/2005/8/layout/hierarchy3"/>
    <dgm:cxn modelId="{AF806D72-E6E9-4DEF-B980-5714B5A31DBA}" type="presParOf" srcId="{8E14B81D-FDE5-47D8-BB55-A34739FBED9B}" destId="{C5912804-14A1-4EA7-BE3F-8F9A7B817320}" srcOrd="1" destOrd="0" presId="urn:microsoft.com/office/officeart/2005/8/layout/hierarchy3"/>
    <dgm:cxn modelId="{14BD7AFF-BCD9-4B7B-AD8A-F7014B5611A3}" type="presParOf" srcId="{CD6F6516-51A2-44CF-8A59-7356DB327826}" destId="{6441EDD8-2240-415F-BA45-18066B5133F8}" srcOrd="3" destOrd="0" presId="urn:microsoft.com/office/officeart/2005/8/layout/hierarchy3"/>
    <dgm:cxn modelId="{3118CB01-A2C1-442C-9AD5-D8D982F2694F}" type="presParOf" srcId="{6441EDD8-2240-415F-BA45-18066B5133F8}" destId="{3ADE8AA9-AAC8-4D9C-BAF8-EEB4D49B65C1}" srcOrd="0" destOrd="0" presId="urn:microsoft.com/office/officeart/2005/8/layout/hierarchy3"/>
    <dgm:cxn modelId="{A7DAA8AA-7FF3-42D0-8E2D-684BC1312B26}" type="presParOf" srcId="{3ADE8AA9-AAC8-4D9C-BAF8-EEB4D49B65C1}" destId="{65FAF60E-87FE-4AB6-9F17-D6CBAA271A63}" srcOrd="0" destOrd="0" presId="urn:microsoft.com/office/officeart/2005/8/layout/hierarchy3"/>
    <dgm:cxn modelId="{01C57A2D-DD02-47D4-B4E9-64E2084524E6}" type="presParOf" srcId="{3ADE8AA9-AAC8-4D9C-BAF8-EEB4D49B65C1}" destId="{E2A326B1-6F39-4D05-9CCB-CA0A1BACA1F1}" srcOrd="1" destOrd="0" presId="urn:microsoft.com/office/officeart/2005/8/layout/hierarchy3"/>
    <dgm:cxn modelId="{18DCD149-F504-446C-BBB4-FBCB75D802D9}" type="presParOf" srcId="{6441EDD8-2240-415F-BA45-18066B5133F8}" destId="{2DA015BE-0BA7-4FBD-B03A-3BD4E045E77F}" srcOrd="1" destOrd="0" presId="urn:microsoft.com/office/officeart/2005/8/layout/hierarchy3"/>
    <dgm:cxn modelId="{32D2E705-F6C0-4A4C-918C-F7447457F499}" type="presParOf" srcId="{2DA015BE-0BA7-4FBD-B03A-3BD4E045E77F}" destId="{32AD5508-F974-42A9-8F3B-25E4E44278C2}" srcOrd="0" destOrd="0" presId="urn:microsoft.com/office/officeart/2005/8/layout/hierarchy3"/>
    <dgm:cxn modelId="{023E6797-57B5-48DE-8EFE-DCB3D5AD0851}" type="presParOf" srcId="{2DA015BE-0BA7-4FBD-B03A-3BD4E045E77F}" destId="{6009792E-8882-44D2-9837-CBC0DA6341DB}" srcOrd="1" destOrd="0" presId="urn:microsoft.com/office/officeart/2005/8/layout/hierarchy3"/>
    <dgm:cxn modelId="{165FCD16-AAD4-4F59-8896-92B4D6D3407C}" type="presParOf" srcId="{2DA015BE-0BA7-4FBD-B03A-3BD4E045E77F}" destId="{E217AD36-780D-471D-9AF5-8A716199CB48}" srcOrd="2" destOrd="0" presId="urn:microsoft.com/office/officeart/2005/8/layout/hierarchy3"/>
    <dgm:cxn modelId="{6E9EEC60-CE1C-4112-AC5E-1CA2724D62AE}" type="presParOf" srcId="{2DA015BE-0BA7-4FBD-B03A-3BD4E045E77F}" destId="{593F5AA7-4AB4-4929-A2F5-FD19CEAEDECA}" srcOrd="3" destOrd="0" presId="urn:microsoft.com/office/officeart/2005/8/layout/hierarchy3"/>
    <dgm:cxn modelId="{C0F865A4-48BA-4E3B-9669-BA46E2353AE7}" type="presParOf" srcId="{2DA015BE-0BA7-4FBD-B03A-3BD4E045E77F}" destId="{5E7BD4A0-DDCA-4F10-B05B-970F689DC0F2}" srcOrd="4" destOrd="0" presId="urn:microsoft.com/office/officeart/2005/8/layout/hierarchy3"/>
    <dgm:cxn modelId="{7B2B851D-A665-4D21-A8B4-5431BD70E0F3}" type="presParOf" srcId="{2DA015BE-0BA7-4FBD-B03A-3BD4E045E77F}" destId="{AB372D4A-D283-4105-94D0-3303EB34FE5D}" srcOrd="5" destOrd="0" presId="urn:microsoft.com/office/officeart/2005/8/layout/hierarchy3"/>
    <dgm:cxn modelId="{F91E17C8-DCAF-42E9-8998-C9E0F8DBC00A}" type="presParOf" srcId="{2DA015BE-0BA7-4FBD-B03A-3BD4E045E77F}" destId="{2552EFF9-CE03-42AD-9CC1-1D9DA057B6D1}" srcOrd="6" destOrd="0" presId="urn:microsoft.com/office/officeart/2005/8/layout/hierarchy3"/>
    <dgm:cxn modelId="{004964FF-D128-45F7-9E7F-4F9D61673593}" type="presParOf" srcId="{2DA015BE-0BA7-4FBD-B03A-3BD4E045E77F}" destId="{531B5010-5496-4A7A-856E-2897BA9F6B89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03E4E3B0-38DC-499B-9568-2A33B15F8EEC}">
      <dgm:prSet/>
      <dgm:spPr/>
      <dgm:t>
        <a:bodyPr/>
        <a:lstStyle/>
        <a:p>
          <a:r>
            <a:rPr lang="es-ES" noProof="1"/>
            <a:t>Unity (C#)</a:t>
          </a:r>
        </a:p>
      </dgm:t>
    </dgm:pt>
    <dgm:pt modelId="{192E5C12-58C3-4B28-928A-38175091AB80}" type="parTrans" cxnId="{233F2226-6C60-41E2-B3C3-5EF8F769F2E4}">
      <dgm:prSet/>
      <dgm:spPr/>
      <dgm:t>
        <a:bodyPr/>
        <a:lstStyle/>
        <a:p>
          <a:endParaRPr lang="en-GB"/>
        </a:p>
      </dgm:t>
    </dgm:pt>
    <dgm:pt modelId="{C2451561-42A6-4035-9A55-4993C8C51294}" type="sibTrans" cxnId="{233F2226-6C60-41E2-B3C3-5EF8F769F2E4}">
      <dgm:prSet/>
      <dgm:spPr/>
      <dgm:t>
        <a:bodyPr/>
        <a:lstStyle/>
        <a:p>
          <a:endParaRPr lang="en-GB"/>
        </a:p>
      </dgm:t>
    </dgm:pt>
    <dgm:pt modelId="{707F4F63-023F-487D-A3F6-0804E1B6EE44}">
      <dgm:prSet/>
      <dgm:spPr/>
      <dgm:t>
        <a:bodyPr/>
        <a:lstStyle/>
        <a:p>
          <a:r>
            <a:rPr lang="es-ES" noProof="1"/>
            <a:t>Godot (GDScript)</a:t>
          </a:r>
        </a:p>
      </dgm:t>
    </dgm:pt>
    <dgm:pt modelId="{3A144AD5-EBF4-419E-9491-94E017884189}" type="parTrans" cxnId="{D5FA4769-8C5D-495F-917C-A5BE34D27AD9}">
      <dgm:prSet/>
      <dgm:spPr/>
      <dgm:t>
        <a:bodyPr/>
        <a:lstStyle/>
        <a:p>
          <a:endParaRPr lang="en-GB"/>
        </a:p>
      </dgm:t>
    </dgm:pt>
    <dgm:pt modelId="{6DC43C75-E811-413E-9A1F-BCB6D40D3D1E}" type="sibTrans" cxnId="{D5FA4769-8C5D-495F-917C-A5BE34D27AD9}">
      <dgm:prSet/>
      <dgm:spPr/>
      <dgm:t>
        <a:bodyPr/>
        <a:lstStyle/>
        <a:p>
          <a:endParaRPr lang="en-GB"/>
        </a:p>
      </dgm:t>
    </dgm:pt>
    <dgm:pt modelId="{43F597DB-BF39-464F-9CF6-3EAD5DE355A1}">
      <dgm:prSet/>
      <dgm:spPr/>
      <dgm:t>
        <a:bodyPr/>
        <a:lstStyle/>
        <a:p>
          <a:r>
            <a:rPr lang="es-ES" noProof="1"/>
            <a:t>GameMaker (GML)</a:t>
          </a:r>
        </a:p>
      </dgm:t>
    </dgm:pt>
    <dgm:pt modelId="{8142F2A7-F290-41D3-8AE4-DC4C914C0E74}" type="parTrans" cxnId="{FC125F7A-D806-4AA7-ADA3-119797732B07}">
      <dgm:prSet/>
      <dgm:spPr/>
      <dgm:t>
        <a:bodyPr/>
        <a:lstStyle/>
        <a:p>
          <a:endParaRPr lang="en-GB"/>
        </a:p>
      </dgm:t>
    </dgm:pt>
    <dgm:pt modelId="{75781C52-55DD-4FFC-9F48-3ADCA0FC766A}" type="sibTrans" cxnId="{FC125F7A-D806-4AA7-ADA3-119797732B07}">
      <dgm:prSet/>
      <dgm:spPr/>
      <dgm:t>
        <a:bodyPr/>
        <a:lstStyle/>
        <a:p>
          <a:endParaRPr lang="en-GB"/>
        </a:p>
      </dgm:t>
    </dgm:pt>
    <dgm:pt modelId="{B5C195D0-3E95-4699-97D8-0C665596EA3F}">
      <dgm:prSet/>
      <dgm:spPr/>
      <dgm:t>
        <a:bodyPr/>
        <a:lstStyle/>
        <a:p>
          <a:r>
            <a:rPr lang="es-ES" noProof="1"/>
            <a:t>Lenguaje compilado y tipado fuerte.</a:t>
          </a:r>
        </a:p>
      </dgm:t>
    </dgm:pt>
    <dgm:pt modelId="{02F7F9D8-C06F-40C0-80FF-EDC1B7EEA206}" type="parTrans" cxnId="{990F64FD-4AB1-4312-98ED-C144C6668496}">
      <dgm:prSet/>
      <dgm:spPr/>
      <dgm:t>
        <a:bodyPr/>
        <a:lstStyle/>
        <a:p>
          <a:endParaRPr lang="en-GB"/>
        </a:p>
      </dgm:t>
    </dgm:pt>
    <dgm:pt modelId="{8F6FD2CF-A61C-4D51-875F-79E1C9F3281E}" type="sibTrans" cxnId="{990F64FD-4AB1-4312-98ED-C144C6668496}">
      <dgm:prSet/>
      <dgm:spPr/>
      <dgm:t>
        <a:bodyPr/>
        <a:lstStyle/>
        <a:p>
          <a:endParaRPr lang="en-GB"/>
        </a:p>
      </dgm:t>
    </dgm:pt>
    <dgm:pt modelId="{4225188D-AAA6-4988-84FA-2FB20CE1F0C8}">
      <dgm:prSet/>
      <dgm:spPr/>
      <dgm:t>
        <a:bodyPr/>
        <a:lstStyle/>
        <a:p>
          <a:r>
            <a:rPr lang="es-ES" noProof="1"/>
            <a:t>Inspirado en Python.</a:t>
          </a:r>
        </a:p>
      </dgm:t>
    </dgm:pt>
    <dgm:pt modelId="{79AC5522-9CFA-49B8-ABFC-7305431D8560}" type="parTrans" cxnId="{4B50B967-6740-4264-B2C4-02786A6F58A5}">
      <dgm:prSet/>
      <dgm:spPr/>
      <dgm:t>
        <a:bodyPr/>
        <a:lstStyle/>
        <a:p>
          <a:endParaRPr lang="en-GB"/>
        </a:p>
      </dgm:t>
    </dgm:pt>
    <dgm:pt modelId="{A92D16B3-8B61-4EBE-9375-4FEB1A1B9C97}" type="sibTrans" cxnId="{4B50B967-6740-4264-B2C4-02786A6F58A5}">
      <dgm:prSet/>
      <dgm:spPr/>
      <dgm:t>
        <a:bodyPr/>
        <a:lstStyle/>
        <a:p>
          <a:endParaRPr lang="en-GB"/>
        </a:p>
      </dgm:t>
    </dgm:pt>
    <dgm:pt modelId="{9C0461B3-38E7-457D-B305-643958513D73}">
      <dgm:prSet/>
      <dgm:spPr/>
      <dgm:t>
        <a:bodyPr/>
        <a:lstStyle/>
        <a:p>
          <a:r>
            <a:rPr lang="es-ES" noProof="1"/>
            <a:t>Sintaxis similar a JavaScript.</a:t>
          </a:r>
        </a:p>
      </dgm:t>
    </dgm:pt>
    <dgm:pt modelId="{F33B2C96-8B51-441F-A64F-4CF8B04B4F72}" type="parTrans" cxnId="{20C1EEB8-1701-4524-92A2-A79BE36C3C58}">
      <dgm:prSet/>
      <dgm:spPr/>
      <dgm:t>
        <a:bodyPr/>
        <a:lstStyle/>
        <a:p>
          <a:endParaRPr lang="en-GB"/>
        </a:p>
      </dgm:t>
    </dgm:pt>
    <dgm:pt modelId="{1428ECBF-EE26-4D58-8DAD-FBC5D1810599}" type="sibTrans" cxnId="{20C1EEB8-1701-4524-92A2-A79BE36C3C58}">
      <dgm:prSet/>
      <dgm:spPr/>
      <dgm:t>
        <a:bodyPr/>
        <a:lstStyle/>
        <a:p>
          <a:endParaRPr lang="en-GB"/>
        </a:p>
      </dgm:t>
    </dgm:pt>
    <dgm:pt modelId="{A27AD8D0-AF75-4251-9BC6-862E6B4180F6}">
      <dgm:prSet/>
      <dgm:spPr/>
      <dgm:t>
        <a:bodyPr/>
        <a:lstStyle/>
        <a:p>
          <a:r>
            <a:rPr lang="es-ES" noProof="1"/>
            <a:t>Amplio conjunto de bibliotecas y herramientas de Desarrollo.</a:t>
          </a:r>
        </a:p>
      </dgm:t>
    </dgm:pt>
    <dgm:pt modelId="{5072FE0B-C4D4-4197-A9E1-AA82046C9A37}" type="parTrans" cxnId="{EFFB2E0B-3C05-4E13-963B-1ECD294C99A5}">
      <dgm:prSet/>
      <dgm:spPr/>
      <dgm:t>
        <a:bodyPr/>
        <a:lstStyle/>
        <a:p>
          <a:endParaRPr lang="en-GB"/>
        </a:p>
      </dgm:t>
    </dgm:pt>
    <dgm:pt modelId="{8823D6FA-2544-42CD-99CC-299EAB8A4C05}" type="sibTrans" cxnId="{EFFB2E0B-3C05-4E13-963B-1ECD294C99A5}">
      <dgm:prSet/>
      <dgm:spPr/>
      <dgm:t>
        <a:bodyPr/>
        <a:lstStyle/>
        <a:p>
          <a:endParaRPr lang="en-GB"/>
        </a:p>
      </dgm:t>
    </dgm:pt>
    <dgm:pt modelId="{50D8FB8F-F8BD-49A1-993C-29B6B4C93B23}">
      <dgm:prSet/>
      <dgm:spPr/>
      <dgm:t>
        <a:bodyPr/>
        <a:lstStyle/>
        <a:p>
          <a:r>
            <a:rPr lang="es-ES" noProof="1"/>
            <a:t>Mayor potencia y escalabilidad.</a:t>
          </a:r>
        </a:p>
      </dgm:t>
    </dgm:pt>
    <dgm:pt modelId="{A309C8D5-BCB3-44F3-9BAA-5F701C369B98}" type="parTrans" cxnId="{1C0181FC-E650-432E-8620-D461C76AE3FD}">
      <dgm:prSet/>
      <dgm:spPr/>
      <dgm:t>
        <a:bodyPr/>
        <a:lstStyle/>
        <a:p>
          <a:endParaRPr lang="en-GB"/>
        </a:p>
      </dgm:t>
    </dgm:pt>
    <dgm:pt modelId="{1052D1FF-498D-4A9F-8D67-3A2004DA53C8}" type="sibTrans" cxnId="{1C0181FC-E650-432E-8620-D461C76AE3FD}">
      <dgm:prSet/>
      <dgm:spPr/>
      <dgm:t>
        <a:bodyPr/>
        <a:lstStyle/>
        <a:p>
          <a:endParaRPr lang="en-GB"/>
        </a:p>
      </dgm:t>
    </dgm:pt>
    <dgm:pt modelId="{1D5F27A1-9E7B-4B3F-8A47-216332CC8756}">
      <dgm:prSet/>
      <dgm:spPr/>
      <dgm:t>
        <a:bodyPr/>
        <a:lstStyle/>
        <a:p>
          <a:r>
            <a:rPr lang="es-ES" noProof="1"/>
            <a:t>Sintaxis sencilla y muy legible.</a:t>
          </a:r>
        </a:p>
      </dgm:t>
    </dgm:pt>
    <dgm:pt modelId="{B1849F64-6F71-491E-8104-43264E7D3F4B}" type="parTrans" cxnId="{E087502F-157D-490B-8818-91D47A869926}">
      <dgm:prSet/>
      <dgm:spPr/>
      <dgm:t>
        <a:bodyPr/>
        <a:lstStyle/>
        <a:p>
          <a:endParaRPr lang="en-GB"/>
        </a:p>
      </dgm:t>
    </dgm:pt>
    <dgm:pt modelId="{0B70491F-38F0-4545-8651-3D005D6B82CC}" type="sibTrans" cxnId="{E087502F-157D-490B-8818-91D47A869926}">
      <dgm:prSet/>
      <dgm:spPr/>
      <dgm:t>
        <a:bodyPr/>
        <a:lstStyle/>
        <a:p>
          <a:endParaRPr lang="en-GB"/>
        </a:p>
      </dgm:t>
    </dgm:pt>
    <dgm:pt modelId="{8030C51F-0A0C-404D-9915-960CD50D87BD}">
      <dgm:prSet/>
      <dgm:spPr/>
      <dgm:t>
        <a:bodyPr/>
        <a:lstStyle/>
        <a:p>
          <a:r>
            <a:rPr lang="es-ES" noProof="1"/>
            <a:t>Integración total con el motor.</a:t>
          </a:r>
        </a:p>
      </dgm:t>
    </dgm:pt>
    <dgm:pt modelId="{2704AB07-9453-42B3-A9AB-1E8526FC174C}" type="parTrans" cxnId="{F02E58D1-3542-4588-AA17-0C71FC0B2781}">
      <dgm:prSet/>
      <dgm:spPr/>
      <dgm:t>
        <a:bodyPr/>
        <a:lstStyle/>
        <a:p>
          <a:endParaRPr lang="en-GB"/>
        </a:p>
      </dgm:t>
    </dgm:pt>
    <dgm:pt modelId="{729E9521-5207-4278-8F0D-85F96B3ECE50}" type="sibTrans" cxnId="{F02E58D1-3542-4588-AA17-0C71FC0B2781}">
      <dgm:prSet/>
      <dgm:spPr/>
      <dgm:t>
        <a:bodyPr/>
        <a:lstStyle/>
        <a:p>
          <a:endParaRPr lang="en-GB"/>
        </a:p>
      </dgm:t>
    </dgm:pt>
    <dgm:pt modelId="{F047DD22-B0DB-4760-B11A-AC5545705386}">
      <dgm:prSet/>
      <dgm:spPr/>
      <dgm:t>
        <a:bodyPr/>
        <a:lstStyle/>
        <a:p>
          <a:r>
            <a:rPr lang="es-ES" noProof="1"/>
            <a:t>Pensado específicamente para videojuegos.</a:t>
          </a:r>
        </a:p>
      </dgm:t>
    </dgm:pt>
    <dgm:pt modelId="{363A7FE5-3F6E-4719-917F-20B744298C0F}" type="parTrans" cxnId="{88C55A67-3264-4124-8D84-ECD431B846D2}">
      <dgm:prSet/>
      <dgm:spPr/>
      <dgm:t>
        <a:bodyPr/>
        <a:lstStyle/>
        <a:p>
          <a:endParaRPr lang="en-GB"/>
        </a:p>
      </dgm:t>
    </dgm:pt>
    <dgm:pt modelId="{3D70826A-0B1D-41E2-9AC7-AF413157936A}" type="sibTrans" cxnId="{88C55A67-3264-4124-8D84-ECD431B846D2}">
      <dgm:prSet/>
      <dgm:spPr/>
      <dgm:t>
        <a:bodyPr/>
        <a:lstStyle/>
        <a:p>
          <a:endParaRPr lang="en-GB"/>
        </a:p>
      </dgm:t>
    </dgm:pt>
    <dgm:pt modelId="{8B66AEC2-9E27-42C9-9064-B208DC2BB14F}">
      <dgm:prSet/>
      <dgm:spPr/>
      <dgm:t>
        <a:bodyPr/>
        <a:lstStyle/>
        <a:p>
          <a:r>
            <a:rPr lang="es-ES" noProof="1"/>
            <a:t>Integración directa con los sistemas del motor.</a:t>
          </a:r>
        </a:p>
      </dgm:t>
    </dgm:pt>
    <dgm:pt modelId="{E853C133-96F4-4266-B288-FC07C6A6BA9E}" type="parTrans" cxnId="{E788A95B-53F5-4461-9864-C5A3D84B94D8}">
      <dgm:prSet/>
      <dgm:spPr/>
      <dgm:t>
        <a:bodyPr/>
        <a:lstStyle/>
        <a:p>
          <a:endParaRPr lang="en-GB"/>
        </a:p>
      </dgm:t>
    </dgm:pt>
    <dgm:pt modelId="{4F6E7C4F-AB9F-40B7-BA34-79D7CDF30DF0}" type="sibTrans" cxnId="{E788A95B-53F5-4461-9864-C5A3D84B94D8}">
      <dgm:prSet/>
      <dgm:spPr/>
      <dgm:t>
        <a:bodyPr/>
        <a:lstStyle/>
        <a:p>
          <a:endParaRPr lang="en-GB"/>
        </a:p>
      </dgm:t>
    </dgm:pt>
    <dgm:pt modelId="{40A4424A-F78E-4508-802C-904A33FA460B}">
      <dgm:prSet/>
      <dgm:spPr/>
      <dgm:t>
        <a:bodyPr/>
        <a:lstStyle/>
        <a:p>
          <a:r>
            <a:rPr lang="es-ES" noProof="1"/>
            <a:t>Más adecuado para proyectos grandes.</a:t>
          </a:r>
        </a:p>
      </dgm:t>
    </dgm:pt>
    <dgm:pt modelId="{7DF32A27-0B08-413F-BA77-F4E2737ECA2A}" type="parTrans" cxnId="{C4A239A0-218D-4EBE-A2F9-51BB4235B538}">
      <dgm:prSet/>
      <dgm:spPr/>
      <dgm:t>
        <a:bodyPr/>
        <a:lstStyle/>
        <a:p>
          <a:endParaRPr lang="en-GB"/>
        </a:p>
      </dgm:t>
    </dgm:pt>
    <dgm:pt modelId="{46BBD255-11B3-4F55-8147-F2D24F37E47C}" type="sibTrans" cxnId="{C4A239A0-218D-4EBE-A2F9-51BB4235B538}">
      <dgm:prSet/>
      <dgm:spPr/>
      <dgm:t>
        <a:bodyPr/>
        <a:lstStyle/>
        <a:p>
          <a:endParaRPr lang="en-GB"/>
        </a:p>
      </dgm:t>
    </dgm:pt>
    <dgm:pt modelId="{C0A25CC7-8995-4C51-A5B4-A9FB86094702}">
      <dgm:prSet/>
      <dgm:spPr/>
      <dgm:t>
        <a:bodyPr/>
        <a:lstStyle/>
        <a:p>
          <a:pPr>
            <a:buNone/>
          </a:pPr>
          <a:r>
            <a:rPr lang="es-ES" noProof="1"/>
            <a:t>Desarrollo rápido de mecánicas.</a:t>
          </a:r>
        </a:p>
      </dgm:t>
    </dgm:pt>
    <dgm:pt modelId="{AA349B77-58BF-4A9C-B2B6-199BA1CC53D0}" type="parTrans" cxnId="{AFAC70DF-8F59-455B-B923-AB0DC8E332F7}">
      <dgm:prSet/>
      <dgm:spPr/>
      <dgm:t>
        <a:bodyPr/>
        <a:lstStyle/>
        <a:p>
          <a:endParaRPr lang="en-GB"/>
        </a:p>
      </dgm:t>
    </dgm:pt>
    <dgm:pt modelId="{57AEBE6D-493F-4086-A792-FBA24054A7DC}" type="sibTrans" cxnId="{AFAC70DF-8F59-455B-B923-AB0DC8E332F7}">
      <dgm:prSet/>
      <dgm:spPr/>
      <dgm:t>
        <a:bodyPr/>
        <a:lstStyle/>
        <a:p>
          <a:endParaRPr lang="en-GB"/>
        </a:p>
      </dgm:t>
    </dgm:pt>
    <dgm:pt modelId="{7318C261-5CBD-41BA-A067-A52C17888575}">
      <dgm:prSet/>
      <dgm:spPr/>
      <dgm:t>
        <a:bodyPr/>
        <a:lstStyle/>
        <a:p>
          <a:r>
            <a:rPr lang="es-ES" noProof="1"/>
            <a:t>GameMaker (GML Visual)</a:t>
          </a:r>
        </a:p>
      </dgm:t>
    </dgm:pt>
    <dgm:pt modelId="{98606469-6D7F-4FF1-B943-D0D76143BBA0}" type="parTrans" cxnId="{A631FE96-773C-4903-9532-BB9DFFFB9A50}">
      <dgm:prSet/>
      <dgm:spPr/>
      <dgm:t>
        <a:bodyPr/>
        <a:lstStyle/>
        <a:p>
          <a:endParaRPr lang="en-GB"/>
        </a:p>
      </dgm:t>
    </dgm:pt>
    <dgm:pt modelId="{0B6D487B-2C3C-42B5-8107-FF27037E6880}" type="sibTrans" cxnId="{A631FE96-773C-4903-9532-BB9DFFFB9A50}">
      <dgm:prSet/>
      <dgm:spPr/>
      <dgm:t>
        <a:bodyPr/>
        <a:lstStyle/>
        <a:p>
          <a:endParaRPr lang="en-GB"/>
        </a:p>
      </dgm:t>
    </dgm:pt>
    <dgm:pt modelId="{08560ACE-D54B-411B-964D-41961C2A0FB3}">
      <dgm:prSet/>
      <dgm:spPr/>
      <dgm:t>
        <a:bodyPr/>
        <a:lstStyle/>
        <a:p>
          <a:pPr>
            <a:buNone/>
          </a:pPr>
          <a:r>
            <a:rPr lang="es-ES" noProof="1"/>
            <a:t>Sistema de programación visual basado en bloques.</a:t>
          </a:r>
        </a:p>
      </dgm:t>
    </dgm:pt>
    <dgm:pt modelId="{FFF98810-88BC-4702-9D45-7240D784980B}" type="parTrans" cxnId="{F1E50871-F7FB-44D0-BE0D-73B34F776639}">
      <dgm:prSet/>
      <dgm:spPr/>
      <dgm:t>
        <a:bodyPr/>
        <a:lstStyle/>
        <a:p>
          <a:endParaRPr lang="en-GB"/>
        </a:p>
      </dgm:t>
    </dgm:pt>
    <dgm:pt modelId="{1241BE1F-D245-4A0D-8D49-5585D944196A}" type="sibTrans" cxnId="{F1E50871-F7FB-44D0-BE0D-73B34F776639}">
      <dgm:prSet/>
      <dgm:spPr/>
      <dgm:t>
        <a:bodyPr/>
        <a:lstStyle/>
        <a:p>
          <a:endParaRPr lang="en-GB"/>
        </a:p>
      </dgm:t>
    </dgm:pt>
    <dgm:pt modelId="{BA5A442C-2914-45CA-BB1E-6B919E176FA1}">
      <dgm:prSet/>
      <dgm:spPr/>
      <dgm:t>
        <a:bodyPr/>
        <a:lstStyle/>
        <a:p>
          <a:pPr>
            <a:buNone/>
          </a:pPr>
          <a:r>
            <a:rPr lang="es-ES" noProof="1"/>
            <a:t>Alternativa al código tradicional.</a:t>
          </a:r>
        </a:p>
      </dgm:t>
    </dgm:pt>
    <dgm:pt modelId="{4034236B-F345-4650-ADC5-AB28A85F4C7A}" type="parTrans" cxnId="{3ED8DC63-4ACA-4C1D-BC07-D5F986F271B9}">
      <dgm:prSet/>
      <dgm:spPr/>
      <dgm:t>
        <a:bodyPr/>
        <a:lstStyle/>
        <a:p>
          <a:endParaRPr lang="en-GB"/>
        </a:p>
      </dgm:t>
    </dgm:pt>
    <dgm:pt modelId="{D22924C2-AB70-4725-9460-080D7E458ED6}" type="sibTrans" cxnId="{3ED8DC63-4ACA-4C1D-BC07-D5F986F271B9}">
      <dgm:prSet/>
      <dgm:spPr/>
      <dgm:t>
        <a:bodyPr/>
        <a:lstStyle/>
        <a:p>
          <a:endParaRPr lang="en-GB"/>
        </a:p>
      </dgm:t>
    </dgm:pt>
    <dgm:pt modelId="{C0CDFE7C-6C3A-4B07-A93C-10EF5273F1B4}">
      <dgm:prSet/>
      <dgm:spPr/>
      <dgm:t>
        <a:bodyPr/>
        <a:lstStyle/>
        <a:p>
          <a:pPr>
            <a:buNone/>
          </a:pPr>
          <a:r>
            <a:rPr lang="es-ES" noProof="1"/>
            <a:t>Útil para prototipado rápido y aprendizaje del motor.</a:t>
          </a:r>
        </a:p>
      </dgm:t>
    </dgm:pt>
    <dgm:pt modelId="{F0425258-0948-4C14-B473-27E8C6C8B944}" type="parTrans" cxnId="{3FFAFE91-A257-498B-81FC-F551DF5A9067}">
      <dgm:prSet/>
      <dgm:spPr/>
      <dgm:t>
        <a:bodyPr/>
        <a:lstStyle/>
        <a:p>
          <a:endParaRPr lang="en-GB"/>
        </a:p>
      </dgm:t>
    </dgm:pt>
    <dgm:pt modelId="{62CC824E-8C38-48C1-9B5E-4B24D4A0F422}" type="sibTrans" cxnId="{3FFAFE91-A257-498B-81FC-F551DF5A9067}">
      <dgm:prSet/>
      <dgm:spPr/>
      <dgm:t>
        <a:bodyPr/>
        <a:lstStyle/>
        <a:p>
          <a:endParaRPr lang="en-GB"/>
        </a:p>
      </dgm:t>
    </dgm:pt>
    <dgm:pt modelId="{1C036B50-AB7E-450E-8C8E-B4573327F58D}">
      <dgm:prSet/>
      <dgm:spPr/>
      <dgm:t>
        <a:bodyPr/>
        <a:lstStyle/>
        <a:p>
          <a:pPr>
            <a:buNone/>
          </a:pPr>
          <a:r>
            <a:rPr lang="es-ES" noProof="1"/>
            <a:t>Permite implementar mecánicas y eventos de forma eficiente.</a:t>
          </a:r>
        </a:p>
      </dgm:t>
    </dgm:pt>
    <dgm:pt modelId="{561A4354-1000-419D-9F81-3D921EA049BC}" type="parTrans" cxnId="{B70D607F-7D14-4F6C-BD87-3B9C8D21C6C5}">
      <dgm:prSet/>
      <dgm:spPr/>
      <dgm:t>
        <a:bodyPr/>
        <a:lstStyle/>
        <a:p>
          <a:endParaRPr lang="en-GB"/>
        </a:p>
      </dgm:t>
    </dgm:pt>
    <dgm:pt modelId="{192D5E93-20F3-476C-AB21-634066FA37FD}" type="sibTrans" cxnId="{B70D607F-7D14-4F6C-BD87-3B9C8D21C6C5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C1ADA9-2A02-4246-B433-879A4F000413}" type="pres">
      <dgm:prSet presAssocID="{03E4E3B0-38DC-499B-9568-2A33B15F8EEC}" presName="root" presStyleCnt="0"/>
      <dgm:spPr/>
    </dgm:pt>
    <dgm:pt modelId="{5B4D736C-B84E-4F31-B420-97EC7D77EE55}" type="pres">
      <dgm:prSet presAssocID="{03E4E3B0-38DC-499B-9568-2A33B15F8EEC}" presName="rootComposite" presStyleCnt="0"/>
      <dgm:spPr/>
    </dgm:pt>
    <dgm:pt modelId="{9231DB6C-C6C9-48E2-8AF8-99FA7F31E6C4}" type="pres">
      <dgm:prSet presAssocID="{03E4E3B0-38DC-499B-9568-2A33B15F8EEC}" presName="rootText" presStyleLbl="node1" presStyleIdx="0" presStyleCnt="4"/>
      <dgm:spPr/>
    </dgm:pt>
    <dgm:pt modelId="{FA691EC3-F6CA-4415-A81E-E01B95A2F7EA}" type="pres">
      <dgm:prSet presAssocID="{03E4E3B0-38DC-499B-9568-2A33B15F8EEC}" presName="rootConnector" presStyleLbl="node1" presStyleIdx="0" presStyleCnt="4"/>
      <dgm:spPr/>
    </dgm:pt>
    <dgm:pt modelId="{21960111-851C-41C2-9FCC-0B2C2EE3FE64}" type="pres">
      <dgm:prSet presAssocID="{03E4E3B0-38DC-499B-9568-2A33B15F8EEC}" presName="childShape" presStyleCnt="0"/>
      <dgm:spPr/>
    </dgm:pt>
    <dgm:pt modelId="{7064143C-A836-4513-B168-2CBDF4F1DAD5}" type="pres">
      <dgm:prSet presAssocID="{02F7F9D8-C06F-40C0-80FF-EDC1B7EEA206}" presName="Name13" presStyleLbl="parChTrans1D2" presStyleIdx="0" presStyleCnt="15"/>
      <dgm:spPr/>
    </dgm:pt>
    <dgm:pt modelId="{0F8C0A1D-5183-4135-90DF-EE12369D6E7A}" type="pres">
      <dgm:prSet presAssocID="{B5C195D0-3E95-4699-97D8-0C665596EA3F}" presName="childText" presStyleLbl="bgAcc1" presStyleIdx="0" presStyleCnt="15">
        <dgm:presLayoutVars>
          <dgm:bulletEnabled val="1"/>
        </dgm:presLayoutVars>
      </dgm:prSet>
      <dgm:spPr/>
    </dgm:pt>
    <dgm:pt modelId="{17B5645C-F828-49EC-9BCD-E7FD3F57DCA4}" type="pres">
      <dgm:prSet presAssocID="{5072FE0B-C4D4-4197-A9E1-AA82046C9A37}" presName="Name13" presStyleLbl="parChTrans1D2" presStyleIdx="1" presStyleCnt="15"/>
      <dgm:spPr/>
    </dgm:pt>
    <dgm:pt modelId="{4E6337E0-11E6-47E1-B1C2-0A610F1B3167}" type="pres">
      <dgm:prSet presAssocID="{A27AD8D0-AF75-4251-9BC6-862E6B4180F6}" presName="childText" presStyleLbl="bgAcc1" presStyleIdx="1" presStyleCnt="15">
        <dgm:presLayoutVars>
          <dgm:bulletEnabled val="1"/>
        </dgm:presLayoutVars>
      </dgm:prSet>
      <dgm:spPr/>
    </dgm:pt>
    <dgm:pt modelId="{74BE9DE8-20DB-4C9B-8CE3-11DC2801E1E4}" type="pres">
      <dgm:prSet presAssocID="{A309C8D5-BCB3-44F3-9BAA-5F701C369B98}" presName="Name13" presStyleLbl="parChTrans1D2" presStyleIdx="2" presStyleCnt="15"/>
      <dgm:spPr/>
    </dgm:pt>
    <dgm:pt modelId="{52E00B6D-5821-4734-8AD5-0D2F503C7565}" type="pres">
      <dgm:prSet presAssocID="{50D8FB8F-F8BD-49A1-993C-29B6B4C93B23}" presName="childText" presStyleLbl="bgAcc1" presStyleIdx="2" presStyleCnt="15">
        <dgm:presLayoutVars>
          <dgm:bulletEnabled val="1"/>
        </dgm:presLayoutVars>
      </dgm:prSet>
      <dgm:spPr/>
    </dgm:pt>
    <dgm:pt modelId="{40B1AFCC-64D2-4E41-8276-65A2F7B1D326}" type="pres">
      <dgm:prSet presAssocID="{7DF32A27-0B08-413F-BA77-F4E2737ECA2A}" presName="Name13" presStyleLbl="parChTrans1D2" presStyleIdx="3" presStyleCnt="15"/>
      <dgm:spPr/>
    </dgm:pt>
    <dgm:pt modelId="{CC6E358C-C765-4313-AA65-E9E514955E52}" type="pres">
      <dgm:prSet presAssocID="{40A4424A-F78E-4508-802C-904A33FA460B}" presName="childText" presStyleLbl="bgAcc1" presStyleIdx="3" presStyleCnt="15">
        <dgm:presLayoutVars>
          <dgm:bulletEnabled val="1"/>
        </dgm:presLayoutVars>
      </dgm:prSet>
      <dgm:spPr/>
    </dgm:pt>
    <dgm:pt modelId="{D5AFC246-C800-4848-92AC-D3CA44F4DB5B}" type="pres">
      <dgm:prSet presAssocID="{707F4F63-023F-487D-A3F6-0804E1B6EE44}" presName="root" presStyleCnt="0"/>
      <dgm:spPr/>
    </dgm:pt>
    <dgm:pt modelId="{CBEF9442-1E05-4B9F-BA77-F077A7266853}" type="pres">
      <dgm:prSet presAssocID="{707F4F63-023F-487D-A3F6-0804E1B6EE44}" presName="rootComposite" presStyleCnt="0"/>
      <dgm:spPr/>
    </dgm:pt>
    <dgm:pt modelId="{75D3EB81-F357-445F-98FC-4A455BF44FE0}" type="pres">
      <dgm:prSet presAssocID="{707F4F63-023F-487D-A3F6-0804E1B6EE44}" presName="rootText" presStyleLbl="node1" presStyleIdx="1" presStyleCnt="4"/>
      <dgm:spPr/>
    </dgm:pt>
    <dgm:pt modelId="{EB3D3A5E-C34D-4B9C-9E1F-196750DA8501}" type="pres">
      <dgm:prSet presAssocID="{707F4F63-023F-487D-A3F6-0804E1B6EE44}" presName="rootConnector" presStyleLbl="node1" presStyleIdx="1" presStyleCnt="4"/>
      <dgm:spPr/>
    </dgm:pt>
    <dgm:pt modelId="{37F00902-0AEF-4748-9254-3A39D8630C81}" type="pres">
      <dgm:prSet presAssocID="{707F4F63-023F-487D-A3F6-0804E1B6EE44}" presName="childShape" presStyleCnt="0"/>
      <dgm:spPr/>
    </dgm:pt>
    <dgm:pt modelId="{CAFBB3D6-2FEC-44FB-B52E-7236A5AC0425}" type="pres">
      <dgm:prSet presAssocID="{79AC5522-9CFA-49B8-ABFC-7305431D8560}" presName="Name13" presStyleLbl="parChTrans1D2" presStyleIdx="4" presStyleCnt="15"/>
      <dgm:spPr/>
    </dgm:pt>
    <dgm:pt modelId="{FC9519AE-5AB2-4FB8-8910-67BA8EAC409E}" type="pres">
      <dgm:prSet presAssocID="{4225188D-AAA6-4988-84FA-2FB20CE1F0C8}" presName="childText" presStyleLbl="bgAcc1" presStyleIdx="4" presStyleCnt="15">
        <dgm:presLayoutVars>
          <dgm:bulletEnabled val="1"/>
        </dgm:presLayoutVars>
      </dgm:prSet>
      <dgm:spPr/>
    </dgm:pt>
    <dgm:pt modelId="{9A162A47-FEFE-4BD1-9EFB-A0B59D60C326}" type="pres">
      <dgm:prSet presAssocID="{B1849F64-6F71-491E-8104-43264E7D3F4B}" presName="Name13" presStyleLbl="parChTrans1D2" presStyleIdx="5" presStyleCnt="15"/>
      <dgm:spPr/>
    </dgm:pt>
    <dgm:pt modelId="{1B0851BD-3E77-48CE-95BA-9025C7F3B031}" type="pres">
      <dgm:prSet presAssocID="{1D5F27A1-9E7B-4B3F-8A47-216332CC8756}" presName="childText" presStyleLbl="bgAcc1" presStyleIdx="5" presStyleCnt="15">
        <dgm:presLayoutVars>
          <dgm:bulletEnabled val="1"/>
        </dgm:presLayoutVars>
      </dgm:prSet>
      <dgm:spPr/>
    </dgm:pt>
    <dgm:pt modelId="{6E36B705-FA0A-4010-A93B-746D4BE4496D}" type="pres">
      <dgm:prSet presAssocID="{2704AB07-9453-42B3-A9AB-1E8526FC174C}" presName="Name13" presStyleLbl="parChTrans1D2" presStyleIdx="6" presStyleCnt="15"/>
      <dgm:spPr/>
    </dgm:pt>
    <dgm:pt modelId="{AD86EAF8-B0B6-4366-831B-815D9457AEE4}" type="pres">
      <dgm:prSet presAssocID="{8030C51F-0A0C-404D-9915-960CD50D87BD}" presName="childText" presStyleLbl="bgAcc1" presStyleIdx="6" presStyleCnt="15">
        <dgm:presLayoutVars>
          <dgm:bulletEnabled val="1"/>
        </dgm:presLayoutVars>
      </dgm:prSet>
      <dgm:spPr/>
    </dgm:pt>
    <dgm:pt modelId="{E651D715-868E-4702-9147-82ADF084FE05}" type="pres">
      <dgm:prSet presAssocID="{AA349B77-58BF-4A9C-B2B6-199BA1CC53D0}" presName="Name13" presStyleLbl="parChTrans1D2" presStyleIdx="7" presStyleCnt="15"/>
      <dgm:spPr/>
    </dgm:pt>
    <dgm:pt modelId="{948E352D-6B79-45AA-8F43-DEA82C1658E3}" type="pres">
      <dgm:prSet presAssocID="{C0A25CC7-8995-4C51-A5B4-A9FB86094702}" presName="childText" presStyleLbl="bgAcc1" presStyleIdx="7" presStyleCnt="15">
        <dgm:presLayoutVars>
          <dgm:bulletEnabled val="1"/>
        </dgm:presLayoutVars>
      </dgm:prSet>
      <dgm:spPr/>
    </dgm:pt>
    <dgm:pt modelId="{76775189-925A-4046-A080-B2405C1D3D55}" type="pres">
      <dgm:prSet presAssocID="{43F597DB-BF39-464F-9CF6-3EAD5DE355A1}" presName="root" presStyleCnt="0"/>
      <dgm:spPr/>
    </dgm:pt>
    <dgm:pt modelId="{4AEFD872-A43C-4E66-9E49-15684E0310A0}" type="pres">
      <dgm:prSet presAssocID="{43F597DB-BF39-464F-9CF6-3EAD5DE355A1}" presName="rootComposite" presStyleCnt="0"/>
      <dgm:spPr/>
    </dgm:pt>
    <dgm:pt modelId="{67258E77-C380-4B5D-848F-A3FC3F147557}" type="pres">
      <dgm:prSet presAssocID="{43F597DB-BF39-464F-9CF6-3EAD5DE355A1}" presName="rootText" presStyleLbl="node1" presStyleIdx="2" presStyleCnt="4"/>
      <dgm:spPr/>
    </dgm:pt>
    <dgm:pt modelId="{F173C921-72E4-4C50-B5CD-803256BAD633}" type="pres">
      <dgm:prSet presAssocID="{43F597DB-BF39-464F-9CF6-3EAD5DE355A1}" presName="rootConnector" presStyleLbl="node1" presStyleIdx="2" presStyleCnt="4"/>
      <dgm:spPr/>
    </dgm:pt>
    <dgm:pt modelId="{8E14B81D-FDE5-47D8-BB55-A34739FBED9B}" type="pres">
      <dgm:prSet presAssocID="{43F597DB-BF39-464F-9CF6-3EAD5DE355A1}" presName="childShape" presStyleCnt="0"/>
      <dgm:spPr/>
    </dgm:pt>
    <dgm:pt modelId="{759C3668-3315-4534-8A38-705C484ACF40}" type="pres">
      <dgm:prSet presAssocID="{F33B2C96-8B51-441F-A64F-4CF8B04B4F72}" presName="Name13" presStyleLbl="parChTrans1D2" presStyleIdx="8" presStyleCnt="15"/>
      <dgm:spPr/>
    </dgm:pt>
    <dgm:pt modelId="{C5912804-14A1-4EA7-BE3F-8F9A7B817320}" type="pres">
      <dgm:prSet presAssocID="{9C0461B3-38E7-457D-B305-643958513D73}" presName="childText" presStyleLbl="bgAcc1" presStyleIdx="8" presStyleCnt="15">
        <dgm:presLayoutVars>
          <dgm:bulletEnabled val="1"/>
        </dgm:presLayoutVars>
      </dgm:prSet>
      <dgm:spPr/>
    </dgm:pt>
    <dgm:pt modelId="{CDB0DF1E-5432-4DBB-BE1F-165E1DE6B162}" type="pres">
      <dgm:prSet presAssocID="{363A7FE5-3F6E-4719-917F-20B744298C0F}" presName="Name13" presStyleLbl="parChTrans1D2" presStyleIdx="9" presStyleCnt="15"/>
      <dgm:spPr/>
    </dgm:pt>
    <dgm:pt modelId="{7B45E0B3-2F3E-46BF-9380-D2C94D32DF3B}" type="pres">
      <dgm:prSet presAssocID="{F047DD22-B0DB-4760-B11A-AC5545705386}" presName="childText" presStyleLbl="bgAcc1" presStyleIdx="9" presStyleCnt="15">
        <dgm:presLayoutVars>
          <dgm:bulletEnabled val="1"/>
        </dgm:presLayoutVars>
      </dgm:prSet>
      <dgm:spPr/>
    </dgm:pt>
    <dgm:pt modelId="{CBCB0754-EE70-4CFB-B01A-2B338B294B24}" type="pres">
      <dgm:prSet presAssocID="{E853C133-96F4-4266-B288-FC07C6A6BA9E}" presName="Name13" presStyleLbl="parChTrans1D2" presStyleIdx="10" presStyleCnt="15"/>
      <dgm:spPr/>
    </dgm:pt>
    <dgm:pt modelId="{E306056A-0673-4AD3-B069-9F7D878E5F64}" type="pres">
      <dgm:prSet presAssocID="{8B66AEC2-9E27-42C9-9064-B208DC2BB14F}" presName="childText" presStyleLbl="bgAcc1" presStyleIdx="10" presStyleCnt="15">
        <dgm:presLayoutVars>
          <dgm:bulletEnabled val="1"/>
        </dgm:presLayoutVars>
      </dgm:prSet>
      <dgm:spPr/>
    </dgm:pt>
    <dgm:pt modelId="{45CCBEDD-0D2F-4132-BDB4-A1D44855F0A6}" type="pres">
      <dgm:prSet presAssocID="{561A4354-1000-419D-9F81-3D921EA049BC}" presName="Name13" presStyleLbl="parChTrans1D2" presStyleIdx="11" presStyleCnt="15"/>
      <dgm:spPr/>
    </dgm:pt>
    <dgm:pt modelId="{13B630C5-B8F7-443C-8F38-64E64C296817}" type="pres">
      <dgm:prSet presAssocID="{1C036B50-AB7E-450E-8C8E-B4573327F58D}" presName="childText" presStyleLbl="bgAcc1" presStyleIdx="11" presStyleCnt="15">
        <dgm:presLayoutVars>
          <dgm:bulletEnabled val="1"/>
        </dgm:presLayoutVars>
      </dgm:prSet>
      <dgm:spPr/>
    </dgm:pt>
    <dgm:pt modelId="{4AB13193-8269-4736-B70C-A049D9CB6C30}" type="pres">
      <dgm:prSet presAssocID="{7318C261-5CBD-41BA-A067-A52C17888575}" presName="root" presStyleCnt="0"/>
      <dgm:spPr/>
    </dgm:pt>
    <dgm:pt modelId="{4B41729A-2D7E-45BC-9680-B6C8CDB5AC18}" type="pres">
      <dgm:prSet presAssocID="{7318C261-5CBD-41BA-A067-A52C17888575}" presName="rootComposite" presStyleCnt="0"/>
      <dgm:spPr/>
    </dgm:pt>
    <dgm:pt modelId="{CB70F42B-EF77-4045-84B1-D7E80B0E2CFE}" type="pres">
      <dgm:prSet presAssocID="{7318C261-5CBD-41BA-A067-A52C17888575}" presName="rootText" presStyleLbl="node1" presStyleIdx="3" presStyleCnt="4"/>
      <dgm:spPr/>
    </dgm:pt>
    <dgm:pt modelId="{66B67EE9-89D2-418F-8C94-04191A6ABAB8}" type="pres">
      <dgm:prSet presAssocID="{7318C261-5CBD-41BA-A067-A52C17888575}" presName="rootConnector" presStyleLbl="node1" presStyleIdx="3" presStyleCnt="4"/>
      <dgm:spPr/>
    </dgm:pt>
    <dgm:pt modelId="{ECD8F6C2-327C-48E8-A51A-FA7394BE57B4}" type="pres">
      <dgm:prSet presAssocID="{7318C261-5CBD-41BA-A067-A52C17888575}" presName="childShape" presStyleCnt="0"/>
      <dgm:spPr/>
    </dgm:pt>
    <dgm:pt modelId="{0A7B268D-7112-4D37-9D85-74CE25712252}" type="pres">
      <dgm:prSet presAssocID="{FFF98810-88BC-4702-9D45-7240D784980B}" presName="Name13" presStyleLbl="parChTrans1D2" presStyleIdx="12" presStyleCnt="15"/>
      <dgm:spPr/>
    </dgm:pt>
    <dgm:pt modelId="{9CF25E8B-11D7-4173-94CA-ADAAAC329F04}" type="pres">
      <dgm:prSet presAssocID="{08560ACE-D54B-411B-964D-41961C2A0FB3}" presName="childText" presStyleLbl="bgAcc1" presStyleIdx="12" presStyleCnt="15">
        <dgm:presLayoutVars>
          <dgm:bulletEnabled val="1"/>
        </dgm:presLayoutVars>
      </dgm:prSet>
      <dgm:spPr/>
    </dgm:pt>
    <dgm:pt modelId="{22AD0D19-BB8B-4202-8A7D-C0A15253154B}" type="pres">
      <dgm:prSet presAssocID="{4034236B-F345-4650-ADC5-AB28A85F4C7A}" presName="Name13" presStyleLbl="parChTrans1D2" presStyleIdx="13" presStyleCnt="15"/>
      <dgm:spPr/>
    </dgm:pt>
    <dgm:pt modelId="{C67223CD-D78B-491F-9A8F-6325101F0AE9}" type="pres">
      <dgm:prSet presAssocID="{BA5A442C-2914-45CA-BB1E-6B919E176FA1}" presName="childText" presStyleLbl="bgAcc1" presStyleIdx="13" presStyleCnt="15">
        <dgm:presLayoutVars>
          <dgm:bulletEnabled val="1"/>
        </dgm:presLayoutVars>
      </dgm:prSet>
      <dgm:spPr/>
    </dgm:pt>
    <dgm:pt modelId="{E48DDE42-BB28-48C8-BD2C-DDD1E8F07F82}" type="pres">
      <dgm:prSet presAssocID="{F0425258-0948-4C14-B473-27E8C6C8B944}" presName="Name13" presStyleLbl="parChTrans1D2" presStyleIdx="14" presStyleCnt="15"/>
      <dgm:spPr/>
    </dgm:pt>
    <dgm:pt modelId="{CD2B5A68-9D92-48E5-9E44-3EA7F4F0955D}" type="pres">
      <dgm:prSet presAssocID="{C0CDFE7C-6C3A-4B07-A93C-10EF5273F1B4}" presName="childText" presStyleLbl="bgAcc1" presStyleIdx="14" presStyleCnt="15">
        <dgm:presLayoutVars>
          <dgm:bulletEnabled val="1"/>
        </dgm:presLayoutVars>
      </dgm:prSet>
      <dgm:spPr/>
    </dgm:pt>
  </dgm:ptLst>
  <dgm:cxnLst>
    <dgm:cxn modelId="{1D4F9903-CF8C-4F4A-8F3E-CE102B378E8B}" type="presOf" srcId="{E853C133-96F4-4266-B288-FC07C6A6BA9E}" destId="{CBCB0754-EE70-4CFB-B01A-2B338B294B24}" srcOrd="0" destOrd="0" presId="urn:microsoft.com/office/officeart/2005/8/layout/hierarchy3"/>
    <dgm:cxn modelId="{9B45D604-9731-4DCA-9985-324A03B02C3B}" type="presOf" srcId="{9C0461B3-38E7-457D-B305-643958513D73}" destId="{C5912804-14A1-4EA7-BE3F-8F9A7B817320}" srcOrd="0" destOrd="0" presId="urn:microsoft.com/office/officeart/2005/8/layout/hierarchy3"/>
    <dgm:cxn modelId="{0EC1E408-E496-493C-8911-CE5B5E473402}" type="presOf" srcId="{43F597DB-BF39-464F-9CF6-3EAD5DE355A1}" destId="{F173C921-72E4-4C50-B5CD-803256BAD633}" srcOrd="1" destOrd="0" presId="urn:microsoft.com/office/officeart/2005/8/layout/hierarchy3"/>
    <dgm:cxn modelId="{EFFB2E0B-3C05-4E13-963B-1ECD294C99A5}" srcId="{03E4E3B0-38DC-499B-9568-2A33B15F8EEC}" destId="{A27AD8D0-AF75-4251-9BC6-862E6B4180F6}" srcOrd="1" destOrd="0" parTransId="{5072FE0B-C4D4-4197-A9E1-AA82046C9A37}" sibTransId="{8823D6FA-2544-42CD-99CC-299EAB8A4C05}"/>
    <dgm:cxn modelId="{68383E0D-813E-42C4-8D4D-6CCE0BD54A25}" type="presOf" srcId="{561A4354-1000-419D-9F81-3D921EA049BC}" destId="{45CCBEDD-0D2F-4132-BDB4-A1D44855F0A6}" srcOrd="0" destOrd="0" presId="urn:microsoft.com/office/officeart/2005/8/layout/hierarchy3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D525DF1B-0565-431A-8983-9048AAB9FD51}" type="presOf" srcId="{40A4424A-F78E-4508-802C-904A33FA460B}" destId="{CC6E358C-C765-4313-AA65-E9E514955E52}" srcOrd="0" destOrd="0" presId="urn:microsoft.com/office/officeart/2005/8/layout/hierarchy3"/>
    <dgm:cxn modelId="{9186EB1B-159C-46CB-99A9-258E1C014778}" type="presOf" srcId="{1C036B50-AB7E-450E-8C8E-B4573327F58D}" destId="{13B630C5-B8F7-443C-8F38-64E64C296817}" srcOrd="0" destOrd="0" presId="urn:microsoft.com/office/officeart/2005/8/layout/hierarchy3"/>
    <dgm:cxn modelId="{4242EE24-9240-45BE-AD18-5C2570428B4A}" type="presOf" srcId="{2704AB07-9453-42B3-A9AB-1E8526FC174C}" destId="{6E36B705-FA0A-4010-A93B-746D4BE4496D}" srcOrd="0" destOrd="0" presId="urn:microsoft.com/office/officeart/2005/8/layout/hierarchy3"/>
    <dgm:cxn modelId="{233F2226-6C60-41E2-B3C3-5EF8F769F2E4}" srcId="{BDB7CC9A-3BD2-4AAD-A511-80954914245A}" destId="{03E4E3B0-38DC-499B-9568-2A33B15F8EEC}" srcOrd="0" destOrd="0" parTransId="{192E5C12-58C3-4B28-928A-38175091AB80}" sibTransId="{C2451561-42A6-4035-9A55-4993C8C51294}"/>
    <dgm:cxn modelId="{F54FD226-E73F-464A-919C-0C18EC30D612}" type="presOf" srcId="{7DF32A27-0B08-413F-BA77-F4E2737ECA2A}" destId="{40B1AFCC-64D2-4E41-8276-65A2F7B1D326}" srcOrd="0" destOrd="0" presId="urn:microsoft.com/office/officeart/2005/8/layout/hierarchy3"/>
    <dgm:cxn modelId="{6618E328-FECE-4A51-8D98-1919F996711B}" type="presOf" srcId="{A309C8D5-BCB3-44F3-9BAA-5F701C369B98}" destId="{74BE9DE8-20DB-4C9B-8CE3-11DC2801E1E4}" srcOrd="0" destOrd="0" presId="urn:microsoft.com/office/officeart/2005/8/layout/hierarchy3"/>
    <dgm:cxn modelId="{E087502F-157D-490B-8818-91D47A869926}" srcId="{707F4F63-023F-487D-A3F6-0804E1B6EE44}" destId="{1D5F27A1-9E7B-4B3F-8A47-216332CC8756}" srcOrd="1" destOrd="0" parTransId="{B1849F64-6F71-491E-8104-43264E7D3F4B}" sibTransId="{0B70491F-38F0-4545-8651-3D005D6B82CC}"/>
    <dgm:cxn modelId="{7A67D533-9935-497E-811F-043A8E1F68E1}" type="presOf" srcId="{C0A25CC7-8995-4C51-A5B4-A9FB86094702}" destId="{948E352D-6B79-45AA-8F43-DEA82C1658E3}" srcOrd="0" destOrd="0" presId="urn:microsoft.com/office/officeart/2005/8/layout/hierarchy3"/>
    <dgm:cxn modelId="{F78DEF37-330E-42F5-AB07-CADFD8A3240C}" type="presOf" srcId="{707F4F63-023F-487D-A3F6-0804E1B6EE44}" destId="{EB3D3A5E-C34D-4B9C-9E1F-196750DA8501}" srcOrd="1" destOrd="0" presId="urn:microsoft.com/office/officeart/2005/8/layout/hierarchy3"/>
    <dgm:cxn modelId="{B507713A-77A2-4BBF-8F28-CC57DB3ED6C8}" type="presOf" srcId="{8B66AEC2-9E27-42C9-9064-B208DC2BB14F}" destId="{E306056A-0673-4AD3-B069-9F7D878E5F64}" srcOrd="0" destOrd="0" presId="urn:microsoft.com/office/officeart/2005/8/layout/hierarchy3"/>
    <dgm:cxn modelId="{E788A95B-53F5-4461-9864-C5A3D84B94D8}" srcId="{43F597DB-BF39-464F-9CF6-3EAD5DE355A1}" destId="{8B66AEC2-9E27-42C9-9064-B208DC2BB14F}" srcOrd="2" destOrd="0" parTransId="{E853C133-96F4-4266-B288-FC07C6A6BA9E}" sibTransId="{4F6E7C4F-AB9F-40B7-BA34-79D7CDF30DF0}"/>
    <dgm:cxn modelId="{002BE960-DDD6-45A0-BB1B-D2F4EB7B8872}" type="presOf" srcId="{B5C195D0-3E95-4699-97D8-0C665596EA3F}" destId="{0F8C0A1D-5183-4135-90DF-EE12369D6E7A}" srcOrd="0" destOrd="0" presId="urn:microsoft.com/office/officeart/2005/8/layout/hierarchy3"/>
    <dgm:cxn modelId="{D6332F41-CC51-4FC6-B122-604F4D2F2C38}" type="presOf" srcId="{707F4F63-023F-487D-A3F6-0804E1B6EE44}" destId="{75D3EB81-F357-445F-98FC-4A455BF44FE0}" srcOrd="0" destOrd="0" presId="urn:microsoft.com/office/officeart/2005/8/layout/hierarchy3"/>
    <dgm:cxn modelId="{9C0F2043-5FB3-4757-9312-A24EC40FE9CE}" type="presOf" srcId="{1D5F27A1-9E7B-4B3F-8A47-216332CC8756}" destId="{1B0851BD-3E77-48CE-95BA-9025C7F3B031}" srcOrd="0" destOrd="0" presId="urn:microsoft.com/office/officeart/2005/8/layout/hierarchy3"/>
    <dgm:cxn modelId="{D4397B43-2063-41D5-AA59-B79616C8020B}" type="presOf" srcId="{7318C261-5CBD-41BA-A067-A52C17888575}" destId="{CB70F42B-EF77-4045-84B1-D7E80B0E2CFE}" srcOrd="0" destOrd="0" presId="urn:microsoft.com/office/officeart/2005/8/layout/hierarchy3"/>
    <dgm:cxn modelId="{3ED8DC63-4ACA-4C1D-BC07-D5F986F271B9}" srcId="{7318C261-5CBD-41BA-A067-A52C17888575}" destId="{BA5A442C-2914-45CA-BB1E-6B919E176FA1}" srcOrd="1" destOrd="0" parTransId="{4034236B-F345-4650-ADC5-AB28A85F4C7A}" sibTransId="{D22924C2-AB70-4725-9460-080D7E458ED6}"/>
    <dgm:cxn modelId="{2D082D44-F0E9-4C0D-901B-EC5C3DD674CE}" type="presOf" srcId="{08560ACE-D54B-411B-964D-41961C2A0FB3}" destId="{9CF25E8B-11D7-4173-94CA-ADAAAC329F04}" srcOrd="0" destOrd="0" presId="urn:microsoft.com/office/officeart/2005/8/layout/hierarchy3"/>
    <dgm:cxn modelId="{9AE5BE65-525E-4A07-9CF4-5B86EBF8A011}" type="presOf" srcId="{AA349B77-58BF-4A9C-B2B6-199BA1CC53D0}" destId="{E651D715-868E-4702-9147-82ADF084FE05}" srcOrd="0" destOrd="0" presId="urn:microsoft.com/office/officeart/2005/8/layout/hierarchy3"/>
    <dgm:cxn modelId="{88C55A67-3264-4124-8D84-ECD431B846D2}" srcId="{43F597DB-BF39-464F-9CF6-3EAD5DE355A1}" destId="{F047DD22-B0DB-4760-B11A-AC5545705386}" srcOrd="1" destOrd="0" parTransId="{363A7FE5-3F6E-4719-917F-20B744298C0F}" sibTransId="{3D70826A-0B1D-41E2-9AC7-AF413157936A}"/>
    <dgm:cxn modelId="{4B50B967-6740-4264-B2C4-02786A6F58A5}" srcId="{707F4F63-023F-487D-A3F6-0804E1B6EE44}" destId="{4225188D-AAA6-4988-84FA-2FB20CE1F0C8}" srcOrd="0" destOrd="0" parTransId="{79AC5522-9CFA-49B8-ABFC-7305431D8560}" sibTransId="{A92D16B3-8B61-4EBE-9375-4FEB1A1B9C97}"/>
    <dgm:cxn modelId="{0A412A48-E1BB-4E05-8B2C-A1734E0066FF}" type="presOf" srcId="{F33B2C96-8B51-441F-A64F-4CF8B04B4F72}" destId="{759C3668-3315-4534-8A38-705C484ACF40}" srcOrd="0" destOrd="0" presId="urn:microsoft.com/office/officeart/2005/8/layout/hierarchy3"/>
    <dgm:cxn modelId="{A1509748-0287-4AE0-9AE0-5040191A584F}" type="presOf" srcId="{8030C51F-0A0C-404D-9915-960CD50D87BD}" destId="{AD86EAF8-B0B6-4366-831B-815D9457AEE4}" srcOrd="0" destOrd="0" presId="urn:microsoft.com/office/officeart/2005/8/layout/hierarchy3"/>
    <dgm:cxn modelId="{D5FA4769-8C5D-495F-917C-A5BE34D27AD9}" srcId="{BDB7CC9A-3BD2-4AAD-A511-80954914245A}" destId="{707F4F63-023F-487D-A3F6-0804E1B6EE44}" srcOrd="1" destOrd="0" parTransId="{3A144AD5-EBF4-419E-9491-94E017884189}" sibTransId="{6DC43C75-E811-413E-9A1F-BCB6D40D3D1E}"/>
    <dgm:cxn modelId="{EC58D86A-08B0-46B2-82E3-4F67A29A65FE}" type="presOf" srcId="{50D8FB8F-F8BD-49A1-993C-29B6B4C93B23}" destId="{52E00B6D-5821-4734-8AD5-0D2F503C7565}" srcOrd="0" destOrd="0" presId="urn:microsoft.com/office/officeart/2005/8/layout/hierarchy3"/>
    <dgm:cxn modelId="{F1E50871-F7FB-44D0-BE0D-73B34F776639}" srcId="{7318C261-5CBD-41BA-A067-A52C17888575}" destId="{08560ACE-D54B-411B-964D-41961C2A0FB3}" srcOrd="0" destOrd="0" parTransId="{FFF98810-88BC-4702-9D45-7240D784980B}" sibTransId="{1241BE1F-D245-4A0D-8D49-5585D944196A}"/>
    <dgm:cxn modelId="{ED599876-805A-40A3-ACEB-461ED9B01A11}" type="presOf" srcId="{FFF98810-88BC-4702-9D45-7240D784980B}" destId="{0A7B268D-7112-4D37-9D85-74CE25712252}" srcOrd="0" destOrd="0" presId="urn:microsoft.com/office/officeart/2005/8/layout/hierarchy3"/>
    <dgm:cxn modelId="{FC125F7A-D806-4AA7-ADA3-119797732B07}" srcId="{BDB7CC9A-3BD2-4AAD-A511-80954914245A}" destId="{43F597DB-BF39-464F-9CF6-3EAD5DE355A1}" srcOrd="2" destOrd="0" parTransId="{8142F2A7-F290-41D3-8AE4-DC4C914C0E74}" sibTransId="{75781C52-55DD-4FFC-9F48-3ADCA0FC766A}"/>
    <dgm:cxn modelId="{B70D607F-7D14-4F6C-BD87-3B9C8D21C6C5}" srcId="{43F597DB-BF39-464F-9CF6-3EAD5DE355A1}" destId="{1C036B50-AB7E-450E-8C8E-B4573327F58D}" srcOrd="3" destOrd="0" parTransId="{561A4354-1000-419D-9F81-3D921EA049BC}" sibTransId="{192D5E93-20F3-476C-AB21-634066FA37FD}"/>
    <dgm:cxn modelId="{8E3DC580-F6F3-46E1-9BF2-DBD67D3711A3}" type="presOf" srcId="{02F7F9D8-C06F-40C0-80FF-EDC1B7EEA206}" destId="{7064143C-A836-4513-B168-2CBDF4F1DAD5}" srcOrd="0" destOrd="0" presId="urn:microsoft.com/office/officeart/2005/8/layout/hierarchy3"/>
    <dgm:cxn modelId="{22A34C83-1822-426C-B20C-580B8709A28E}" type="presOf" srcId="{4225188D-AAA6-4988-84FA-2FB20CE1F0C8}" destId="{FC9519AE-5AB2-4FB8-8910-67BA8EAC409E}" srcOrd="0" destOrd="0" presId="urn:microsoft.com/office/officeart/2005/8/layout/hierarchy3"/>
    <dgm:cxn modelId="{88094B87-2FE1-40EB-AD16-1FB52640E793}" type="presOf" srcId="{A27AD8D0-AF75-4251-9BC6-862E6B4180F6}" destId="{4E6337E0-11E6-47E1-B1C2-0A610F1B3167}" srcOrd="0" destOrd="0" presId="urn:microsoft.com/office/officeart/2005/8/layout/hierarchy3"/>
    <dgm:cxn modelId="{DEC46E87-1169-4DB2-8FDA-8914E363E911}" type="presOf" srcId="{43F597DB-BF39-464F-9CF6-3EAD5DE355A1}" destId="{67258E77-C380-4B5D-848F-A3FC3F147557}" srcOrd="0" destOrd="0" presId="urn:microsoft.com/office/officeart/2005/8/layout/hierarchy3"/>
    <dgm:cxn modelId="{3FFAFE91-A257-498B-81FC-F551DF5A9067}" srcId="{7318C261-5CBD-41BA-A067-A52C17888575}" destId="{C0CDFE7C-6C3A-4B07-A93C-10EF5273F1B4}" srcOrd="2" destOrd="0" parTransId="{F0425258-0948-4C14-B473-27E8C6C8B944}" sibTransId="{62CC824E-8C38-48C1-9B5E-4B24D4A0F422}"/>
    <dgm:cxn modelId="{4896FC94-9E61-44FD-A9AA-87436E090EF0}" type="presOf" srcId="{03E4E3B0-38DC-499B-9568-2A33B15F8EEC}" destId="{9231DB6C-C6C9-48E2-8AF8-99FA7F31E6C4}" srcOrd="0" destOrd="0" presId="urn:microsoft.com/office/officeart/2005/8/layout/hierarchy3"/>
    <dgm:cxn modelId="{A631FE96-773C-4903-9532-BB9DFFFB9A50}" srcId="{BDB7CC9A-3BD2-4AAD-A511-80954914245A}" destId="{7318C261-5CBD-41BA-A067-A52C17888575}" srcOrd="3" destOrd="0" parTransId="{98606469-6D7F-4FF1-B943-D0D76143BBA0}" sibTransId="{0B6D487B-2C3C-42B5-8107-FF27037E6880}"/>
    <dgm:cxn modelId="{77A7CA99-B5E2-4121-85E8-6CCF4D5B03B1}" type="presOf" srcId="{79AC5522-9CFA-49B8-ABFC-7305431D8560}" destId="{CAFBB3D6-2FEC-44FB-B52E-7236A5AC0425}" srcOrd="0" destOrd="0" presId="urn:microsoft.com/office/officeart/2005/8/layout/hierarchy3"/>
    <dgm:cxn modelId="{C4A239A0-218D-4EBE-A2F9-51BB4235B538}" srcId="{03E4E3B0-38DC-499B-9568-2A33B15F8EEC}" destId="{40A4424A-F78E-4508-802C-904A33FA460B}" srcOrd="3" destOrd="0" parTransId="{7DF32A27-0B08-413F-BA77-F4E2737ECA2A}" sibTransId="{46BBD255-11B3-4F55-8147-F2D24F37E47C}"/>
    <dgm:cxn modelId="{45028BA0-2FE1-4F37-B482-1D2B0DADC27A}" type="presOf" srcId="{5072FE0B-C4D4-4197-A9E1-AA82046C9A37}" destId="{17B5645C-F828-49EC-9BCD-E7FD3F57DCA4}" srcOrd="0" destOrd="0" presId="urn:microsoft.com/office/officeart/2005/8/layout/hierarchy3"/>
    <dgm:cxn modelId="{7354D2AF-0153-4721-B926-80685B239024}" type="presOf" srcId="{363A7FE5-3F6E-4719-917F-20B744298C0F}" destId="{CDB0DF1E-5432-4DBB-BE1F-165E1DE6B162}" srcOrd="0" destOrd="0" presId="urn:microsoft.com/office/officeart/2005/8/layout/hierarchy3"/>
    <dgm:cxn modelId="{20C1EEB8-1701-4524-92A2-A79BE36C3C58}" srcId="{43F597DB-BF39-464F-9CF6-3EAD5DE355A1}" destId="{9C0461B3-38E7-457D-B305-643958513D73}" srcOrd="0" destOrd="0" parTransId="{F33B2C96-8B51-441F-A64F-4CF8B04B4F72}" sibTransId="{1428ECBF-EE26-4D58-8DAD-FBC5D1810599}"/>
    <dgm:cxn modelId="{F4BE5BBB-94FA-4C4E-922F-1E65CB90653D}" type="presOf" srcId="{BA5A442C-2914-45CA-BB1E-6B919E176FA1}" destId="{C67223CD-D78B-491F-9A8F-6325101F0AE9}" srcOrd="0" destOrd="0" presId="urn:microsoft.com/office/officeart/2005/8/layout/hierarchy3"/>
    <dgm:cxn modelId="{2F7DC6C2-BF30-42E9-ABB1-604363CD1175}" type="presOf" srcId="{03E4E3B0-38DC-499B-9568-2A33B15F8EEC}" destId="{FA691EC3-F6CA-4415-A81E-E01B95A2F7EA}" srcOrd="1" destOrd="0" presId="urn:microsoft.com/office/officeart/2005/8/layout/hierarchy3"/>
    <dgm:cxn modelId="{C4FE3CC3-5C8D-4CC6-A7D1-37CEDA234012}" type="presOf" srcId="{4034236B-F345-4650-ADC5-AB28A85F4C7A}" destId="{22AD0D19-BB8B-4202-8A7D-C0A15253154B}" srcOrd="0" destOrd="0" presId="urn:microsoft.com/office/officeart/2005/8/layout/hierarchy3"/>
    <dgm:cxn modelId="{669417C8-05DB-4D6D-96E9-8AB2980005FA}" type="presOf" srcId="{C0CDFE7C-6C3A-4B07-A93C-10EF5273F1B4}" destId="{CD2B5A68-9D92-48E5-9E44-3EA7F4F0955D}" srcOrd="0" destOrd="0" presId="urn:microsoft.com/office/officeart/2005/8/layout/hierarchy3"/>
    <dgm:cxn modelId="{F02E58D1-3542-4588-AA17-0C71FC0B2781}" srcId="{707F4F63-023F-487D-A3F6-0804E1B6EE44}" destId="{8030C51F-0A0C-404D-9915-960CD50D87BD}" srcOrd="2" destOrd="0" parTransId="{2704AB07-9453-42B3-A9AB-1E8526FC174C}" sibTransId="{729E9521-5207-4278-8F0D-85F96B3ECE50}"/>
    <dgm:cxn modelId="{AFAC70DF-8F59-455B-B923-AB0DC8E332F7}" srcId="{707F4F63-023F-487D-A3F6-0804E1B6EE44}" destId="{C0A25CC7-8995-4C51-A5B4-A9FB86094702}" srcOrd="3" destOrd="0" parTransId="{AA349B77-58BF-4A9C-B2B6-199BA1CC53D0}" sibTransId="{57AEBE6D-493F-4086-A792-FBA24054A7DC}"/>
    <dgm:cxn modelId="{E82C85E1-E5EC-4014-9BC7-7FEA31809507}" type="presOf" srcId="{7318C261-5CBD-41BA-A067-A52C17888575}" destId="{66B67EE9-89D2-418F-8C94-04191A6ABAB8}" srcOrd="1" destOrd="0" presId="urn:microsoft.com/office/officeart/2005/8/layout/hierarchy3"/>
    <dgm:cxn modelId="{862689E3-0113-46BA-A573-46080FD1D1D5}" type="presOf" srcId="{F047DD22-B0DB-4760-B11A-AC5545705386}" destId="{7B45E0B3-2F3E-46BF-9380-D2C94D32DF3B}" srcOrd="0" destOrd="0" presId="urn:microsoft.com/office/officeart/2005/8/layout/hierarchy3"/>
    <dgm:cxn modelId="{7696E8F2-7816-4805-9776-A5149F498E2B}" type="presOf" srcId="{F0425258-0948-4C14-B473-27E8C6C8B944}" destId="{E48DDE42-BB28-48C8-BD2C-DDD1E8F07F82}" srcOrd="0" destOrd="0" presId="urn:microsoft.com/office/officeart/2005/8/layout/hierarchy3"/>
    <dgm:cxn modelId="{6E1AF1F4-2674-4A11-96C2-B4564CE9B5E6}" type="presOf" srcId="{B1849F64-6F71-491E-8104-43264E7D3F4B}" destId="{9A162A47-FEFE-4BD1-9EFB-A0B59D60C326}" srcOrd="0" destOrd="0" presId="urn:microsoft.com/office/officeart/2005/8/layout/hierarchy3"/>
    <dgm:cxn modelId="{1C0181FC-E650-432E-8620-D461C76AE3FD}" srcId="{03E4E3B0-38DC-499B-9568-2A33B15F8EEC}" destId="{50D8FB8F-F8BD-49A1-993C-29B6B4C93B23}" srcOrd="2" destOrd="0" parTransId="{A309C8D5-BCB3-44F3-9BAA-5F701C369B98}" sibTransId="{1052D1FF-498D-4A9F-8D67-3A2004DA53C8}"/>
    <dgm:cxn modelId="{990F64FD-4AB1-4312-98ED-C144C6668496}" srcId="{03E4E3B0-38DC-499B-9568-2A33B15F8EEC}" destId="{B5C195D0-3E95-4699-97D8-0C665596EA3F}" srcOrd="0" destOrd="0" parTransId="{02F7F9D8-C06F-40C0-80FF-EDC1B7EEA206}" sibTransId="{8F6FD2CF-A61C-4D51-875F-79E1C9F3281E}"/>
    <dgm:cxn modelId="{D7BAE7B1-27E6-4283-A3DF-61598E57661F}" type="presParOf" srcId="{CD6F6516-51A2-44CF-8A59-7356DB327826}" destId="{DFC1ADA9-2A02-4246-B433-879A4F000413}" srcOrd="0" destOrd="0" presId="urn:microsoft.com/office/officeart/2005/8/layout/hierarchy3"/>
    <dgm:cxn modelId="{22410B6E-3CF2-4007-BB9A-192A39E5DB5F}" type="presParOf" srcId="{DFC1ADA9-2A02-4246-B433-879A4F000413}" destId="{5B4D736C-B84E-4F31-B420-97EC7D77EE55}" srcOrd="0" destOrd="0" presId="urn:microsoft.com/office/officeart/2005/8/layout/hierarchy3"/>
    <dgm:cxn modelId="{F6D4F82E-A24E-4B37-A13A-A09EE4EF087B}" type="presParOf" srcId="{5B4D736C-B84E-4F31-B420-97EC7D77EE55}" destId="{9231DB6C-C6C9-48E2-8AF8-99FA7F31E6C4}" srcOrd="0" destOrd="0" presId="urn:microsoft.com/office/officeart/2005/8/layout/hierarchy3"/>
    <dgm:cxn modelId="{132C9A1D-FCD0-4F08-949B-C271311089C3}" type="presParOf" srcId="{5B4D736C-B84E-4F31-B420-97EC7D77EE55}" destId="{FA691EC3-F6CA-4415-A81E-E01B95A2F7EA}" srcOrd="1" destOrd="0" presId="urn:microsoft.com/office/officeart/2005/8/layout/hierarchy3"/>
    <dgm:cxn modelId="{A56AC05C-39BE-45EF-9EBA-790E4F55C4AB}" type="presParOf" srcId="{DFC1ADA9-2A02-4246-B433-879A4F000413}" destId="{21960111-851C-41C2-9FCC-0B2C2EE3FE64}" srcOrd="1" destOrd="0" presId="urn:microsoft.com/office/officeart/2005/8/layout/hierarchy3"/>
    <dgm:cxn modelId="{85257CAF-D88D-4B1A-9FC7-02F99F46442C}" type="presParOf" srcId="{21960111-851C-41C2-9FCC-0B2C2EE3FE64}" destId="{7064143C-A836-4513-B168-2CBDF4F1DAD5}" srcOrd="0" destOrd="0" presId="urn:microsoft.com/office/officeart/2005/8/layout/hierarchy3"/>
    <dgm:cxn modelId="{F9896DE7-508E-4DFB-A22F-000A3035F5CB}" type="presParOf" srcId="{21960111-851C-41C2-9FCC-0B2C2EE3FE64}" destId="{0F8C0A1D-5183-4135-90DF-EE12369D6E7A}" srcOrd="1" destOrd="0" presId="urn:microsoft.com/office/officeart/2005/8/layout/hierarchy3"/>
    <dgm:cxn modelId="{54717070-4CA6-4DCF-8F58-9CE9B4603818}" type="presParOf" srcId="{21960111-851C-41C2-9FCC-0B2C2EE3FE64}" destId="{17B5645C-F828-49EC-9BCD-E7FD3F57DCA4}" srcOrd="2" destOrd="0" presId="urn:microsoft.com/office/officeart/2005/8/layout/hierarchy3"/>
    <dgm:cxn modelId="{E5F39B04-95E7-4FBE-B6B3-1C1BB1E35715}" type="presParOf" srcId="{21960111-851C-41C2-9FCC-0B2C2EE3FE64}" destId="{4E6337E0-11E6-47E1-B1C2-0A610F1B3167}" srcOrd="3" destOrd="0" presId="urn:microsoft.com/office/officeart/2005/8/layout/hierarchy3"/>
    <dgm:cxn modelId="{3547B8A6-1607-4277-B5BB-7E9B8D8EE454}" type="presParOf" srcId="{21960111-851C-41C2-9FCC-0B2C2EE3FE64}" destId="{74BE9DE8-20DB-4C9B-8CE3-11DC2801E1E4}" srcOrd="4" destOrd="0" presId="urn:microsoft.com/office/officeart/2005/8/layout/hierarchy3"/>
    <dgm:cxn modelId="{5DBC3CC8-2F17-49E5-9AB9-515D68561FC1}" type="presParOf" srcId="{21960111-851C-41C2-9FCC-0B2C2EE3FE64}" destId="{52E00B6D-5821-4734-8AD5-0D2F503C7565}" srcOrd="5" destOrd="0" presId="urn:microsoft.com/office/officeart/2005/8/layout/hierarchy3"/>
    <dgm:cxn modelId="{B0BA1391-C477-4C86-BB66-139AFCE4E7BB}" type="presParOf" srcId="{21960111-851C-41C2-9FCC-0B2C2EE3FE64}" destId="{40B1AFCC-64D2-4E41-8276-65A2F7B1D326}" srcOrd="6" destOrd="0" presId="urn:microsoft.com/office/officeart/2005/8/layout/hierarchy3"/>
    <dgm:cxn modelId="{D86A11D6-A6F0-47C0-8A82-4BC7408AF0CE}" type="presParOf" srcId="{21960111-851C-41C2-9FCC-0B2C2EE3FE64}" destId="{CC6E358C-C765-4313-AA65-E9E514955E52}" srcOrd="7" destOrd="0" presId="urn:microsoft.com/office/officeart/2005/8/layout/hierarchy3"/>
    <dgm:cxn modelId="{07EDC0BB-7301-4C38-B2F8-27C1CA7015FE}" type="presParOf" srcId="{CD6F6516-51A2-44CF-8A59-7356DB327826}" destId="{D5AFC246-C800-4848-92AC-D3CA44F4DB5B}" srcOrd="1" destOrd="0" presId="urn:microsoft.com/office/officeart/2005/8/layout/hierarchy3"/>
    <dgm:cxn modelId="{CF2F12E8-4EF3-419F-A49C-7B29D9A281B2}" type="presParOf" srcId="{D5AFC246-C800-4848-92AC-D3CA44F4DB5B}" destId="{CBEF9442-1E05-4B9F-BA77-F077A7266853}" srcOrd="0" destOrd="0" presId="urn:microsoft.com/office/officeart/2005/8/layout/hierarchy3"/>
    <dgm:cxn modelId="{C9D4517B-9210-43F8-A1C0-D5C8C1816FC5}" type="presParOf" srcId="{CBEF9442-1E05-4B9F-BA77-F077A7266853}" destId="{75D3EB81-F357-445F-98FC-4A455BF44FE0}" srcOrd="0" destOrd="0" presId="urn:microsoft.com/office/officeart/2005/8/layout/hierarchy3"/>
    <dgm:cxn modelId="{B259E20B-538C-46AB-9CFB-425D313E5C42}" type="presParOf" srcId="{CBEF9442-1E05-4B9F-BA77-F077A7266853}" destId="{EB3D3A5E-C34D-4B9C-9E1F-196750DA8501}" srcOrd="1" destOrd="0" presId="urn:microsoft.com/office/officeart/2005/8/layout/hierarchy3"/>
    <dgm:cxn modelId="{24A9E8E5-1E56-4657-889A-368ADF65AA98}" type="presParOf" srcId="{D5AFC246-C800-4848-92AC-D3CA44F4DB5B}" destId="{37F00902-0AEF-4748-9254-3A39D8630C81}" srcOrd="1" destOrd="0" presId="urn:microsoft.com/office/officeart/2005/8/layout/hierarchy3"/>
    <dgm:cxn modelId="{71DEC07C-2151-4DB0-8577-78F66C782EFF}" type="presParOf" srcId="{37F00902-0AEF-4748-9254-3A39D8630C81}" destId="{CAFBB3D6-2FEC-44FB-B52E-7236A5AC0425}" srcOrd="0" destOrd="0" presId="urn:microsoft.com/office/officeart/2005/8/layout/hierarchy3"/>
    <dgm:cxn modelId="{5184A27C-342E-4D02-9E85-3D8236F8306B}" type="presParOf" srcId="{37F00902-0AEF-4748-9254-3A39D8630C81}" destId="{FC9519AE-5AB2-4FB8-8910-67BA8EAC409E}" srcOrd="1" destOrd="0" presId="urn:microsoft.com/office/officeart/2005/8/layout/hierarchy3"/>
    <dgm:cxn modelId="{2870E141-22BC-4D42-ADC9-0AF1610B23A2}" type="presParOf" srcId="{37F00902-0AEF-4748-9254-3A39D8630C81}" destId="{9A162A47-FEFE-4BD1-9EFB-A0B59D60C326}" srcOrd="2" destOrd="0" presId="urn:microsoft.com/office/officeart/2005/8/layout/hierarchy3"/>
    <dgm:cxn modelId="{26B493A8-7D37-4013-A2C4-E6131CF21CBC}" type="presParOf" srcId="{37F00902-0AEF-4748-9254-3A39D8630C81}" destId="{1B0851BD-3E77-48CE-95BA-9025C7F3B031}" srcOrd="3" destOrd="0" presId="urn:microsoft.com/office/officeart/2005/8/layout/hierarchy3"/>
    <dgm:cxn modelId="{09DE4A08-5666-4C27-922E-5F05152676D0}" type="presParOf" srcId="{37F00902-0AEF-4748-9254-3A39D8630C81}" destId="{6E36B705-FA0A-4010-A93B-746D4BE4496D}" srcOrd="4" destOrd="0" presId="urn:microsoft.com/office/officeart/2005/8/layout/hierarchy3"/>
    <dgm:cxn modelId="{480523FE-A410-4BED-80EA-3D174D44F5A3}" type="presParOf" srcId="{37F00902-0AEF-4748-9254-3A39D8630C81}" destId="{AD86EAF8-B0B6-4366-831B-815D9457AEE4}" srcOrd="5" destOrd="0" presId="urn:microsoft.com/office/officeart/2005/8/layout/hierarchy3"/>
    <dgm:cxn modelId="{E7FC7124-33A6-4217-94B3-28423EBBE45A}" type="presParOf" srcId="{37F00902-0AEF-4748-9254-3A39D8630C81}" destId="{E651D715-868E-4702-9147-82ADF084FE05}" srcOrd="6" destOrd="0" presId="urn:microsoft.com/office/officeart/2005/8/layout/hierarchy3"/>
    <dgm:cxn modelId="{7F8891F7-BCC8-44B1-9266-F75B8E04811E}" type="presParOf" srcId="{37F00902-0AEF-4748-9254-3A39D8630C81}" destId="{948E352D-6B79-45AA-8F43-DEA82C1658E3}" srcOrd="7" destOrd="0" presId="urn:microsoft.com/office/officeart/2005/8/layout/hierarchy3"/>
    <dgm:cxn modelId="{2BCCEE9C-80CC-46EC-BE7C-47322454C1AF}" type="presParOf" srcId="{CD6F6516-51A2-44CF-8A59-7356DB327826}" destId="{76775189-925A-4046-A080-B2405C1D3D55}" srcOrd="2" destOrd="0" presId="urn:microsoft.com/office/officeart/2005/8/layout/hierarchy3"/>
    <dgm:cxn modelId="{5354CC6B-E528-4B50-A8C1-BDF1BE4F4444}" type="presParOf" srcId="{76775189-925A-4046-A080-B2405C1D3D55}" destId="{4AEFD872-A43C-4E66-9E49-15684E0310A0}" srcOrd="0" destOrd="0" presId="urn:microsoft.com/office/officeart/2005/8/layout/hierarchy3"/>
    <dgm:cxn modelId="{FFE6A913-C364-4EFF-B3FA-22C8AEBF0635}" type="presParOf" srcId="{4AEFD872-A43C-4E66-9E49-15684E0310A0}" destId="{67258E77-C380-4B5D-848F-A3FC3F147557}" srcOrd="0" destOrd="0" presId="urn:microsoft.com/office/officeart/2005/8/layout/hierarchy3"/>
    <dgm:cxn modelId="{6ACE8D70-5D87-4040-85D2-BA24625BD6F5}" type="presParOf" srcId="{4AEFD872-A43C-4E66-9E49-15684E0310A0}" destId="{F173C921-72E4-4C50-B5CD-803256BAD633}" srcOrd="1" destOrd="0" presId="urn:microsoft.com/office/officeart/2005/8/layout/hierarchy3"/>
    <dgm:cxn modelId="{48403F38-06B9-4CA8-AC50-09780BDED800}" type="presParOf" srcId="{76775189-925A-4046-A080-B2405C1D3D55}" destId="{8E14B81D-FDE5-47D8-BB55-A34739FBED9B}" srcOrd="1" destOrd="0" presId="urn:microsoft.com/office/officeart/2005/8/layout/hierarchy3"/>
    <dgm:cxn modelId="{B4E3B9AA-917D-4025-A217-1EB8BB2A490A}" type="presParOf" srcId="{8E14B81D-FDE5-47D8-BB55-A34739FBED9B}" destId="{759C3668-3315-4534-8A38-705C484ACF40}" srcOrd="0" destOrd="0" presId="urn:microsoft.com/office/officeart/2005/8/layout/hierarchy3"/>
    <dgm:cxn modelId="{A7CDF27F-47D4-412F-A9B2-8107BFB3FBEE}" type="presParOf" srcId="{8E14B81D-FDE5-47D8-BB55-A34739FBED9B}" destId="{C5912804-14A1-4EA7-BE3F-8F9A7B817320}" srcOrd="1" destOrd="0" presId="urn:microsoft.com/office/officeart/2005/8/layout/hierarchy3"/>
    <dgm:cxn modelId="{BE5AF470-BC58-404B-82FA-3C53B938C3F5}" type="presParOf" srcId="{8E14B81D-FDE5-47D8-BB55-A34739FBED9B}" destId="{CDB0DF1E-5432-4DBB-BE1F-165E1DE6B162}" srcOrd="2" destOrd="0" presId="urn:microsoft.com/office/officeart/2005/8/layout/hierarchy3"/>
    <dgm:cxn modelId="{7D86528E-2A97-44A4-99B4-C8FEC310C18E}" type="presParOf" srcId="{8E14B81D-FDE5-47D8-BB55-A34739FBED9B}" destId="{7B45E0B3-2F3E-46BF-9380-D2C94D32DF3B}" srcOrd="3" destOrd="0" presId="urn:microsoft.com/office/officeart/2005/8/layout/hierarchy3"/>
    <dgm:cxn modelId="{5B6E2AD7-C9C6-4AFC-BC43-31A2AD3DB774}" type="presParOf" srcId="{8E14B81D-FDE5-47D8-BB55-A34739FBED9B}" destId="{CBCB0754-EE70-4CFB-B01A-2B338B294B24}" srcOrd="4" destOrd="0" presId="urn:microsoft.com/office/officeart/2005/8/layout/hierarchy3"/>
    <dgm:cxn modelId="{4FDE490F-CDA0-4B7A-B401-F0B52859564D}" type="presParOf" srcId="{8E14B81D-FDE5-47D8-BB55-A34739FBED9B}" destId="{E306056A-0673-4AD3-B069-9F7D878E5F64}" srcOrd="5" destOrd="0" presId="urn:microsoft.com/office/officeart/2005/8/layout/hierarchy3"/>
    <dgm:cxn modelId="{6B2F459E-5EF8-4003-AE99-350805187E3A}" type="presParOf" srcId="{8E14B81D-FDE5-47D8-BB55-A34739FBED9B}" destId="{45CCBEDD-0D2F-4132-BDB4-A1D44855F0A6}" srcOrd="6" destOrd="0" presId="urn:microsoft.com/office/officeart/2005/8/layout/hierarchy3"/>
    <dgm:cxn modelId="{C0281686-CAE2-4CDF-A505-8E190C773DF5}" type="presParOf" srcId="{8E14B81D-FDE5-47D8-BB55-A34739FBED9B}" destId="{13B630C5-B8F7-443C-8F38-64E64C296817}" srcOrd="7" destOrd="0" presId="urn:microsoft.com/office/officeart/2005/8/layout/hierarchy3"/>
    <dgm:cxn modelId="{FA571921-C937-49FF-8FE7-A984F01D76D7}" type="presParOf" srcId="{CD6F6516-51A2-44CF-8A59-7356DB327826}" destId="{4AB13193-8269-4736-B70C-A049D9CB6C30}" srcOrd="3" destOrd="0" presId="urn:microsoft.com/office/officeart/2005/8/layout/hierarchy3"/>
    <dgm:cxn modelId="{8A5A6C92-8541-4D7C-8C7D-288D237C05B4}" type="presParOf" srcId="{4AB13193-8269-4736-B70C-A049D9CB6C30}" destId="{4B41729A-2D7E-45BC-9680-B6C8CDB5AC18}" srcOrd="0" destOrd="0" presId="urn:microsoft.com/office/officeart/2005/8/layout/hierarchy3"/>
    <dgm:cxn modelId="{70824C8C-B48C-4DD4-980A-B001CDCED9AD}" type="presParOf" srcId="{4B41729A-2D7E-45BC-9680-B6C8CDB5AC18}" destId="{CB70F42B-EF77-4045-84B1-D7E80B0E2CFE}" srcOrd="0" destOrd="0" presId="urn:microsoft.com/office/officeart/2005/8/layout/hierarchy3"/>
    <dgm:cxn modelId="{CEAA976A-20F3-437B-94C2-62EA8BC7590C}" type="presParOf" srcId="{4B41729A-2D7E-45BC-9680-B6C8CDB5AC18}" destId="{66B67EE9-89D2-418F-8C94-04191A6ABAB8}" srcOrd="1" destOrd="0" presId="urn:microsoft.com/office/officeart/2005/8/layout/hierarchy3"/>
    <dgm:cxn modelId="{6D629C33-8A43-4333-B5B5-795E9BB99A85}" type="presParOf" srcId="{4AB13193-8269-4736-B70C-A049D9CB6C30}" destId="{ECD8F6C2-327C-48E8-A51A-FA7394BE57B4}" srcOrd="1" destOrd="0" presId="urn:microsoft.com/office/officeart/2005/8/layout/hierarchy3"/>
    <dgm:cxn modelId="{7365B6FC-0AEA-4EA0-9B76-1DF8761A60F6}" type="presParOf" srcId="{ECD8F6C2-327C-48E8-A51A-FA7394BE57B4}" destId="{0A7B268D-7112-4D37-9D85-74CE25712252}" srcOrd="0" destOrd="0" presId="urn:microsoft.com/office/officeart/2005/8/layout/hierarchy3"/>
    <dgm:cxn modelId="{EE0D91EC-06DF-4B66-AD68-5AD9432FD296}" type="presParOf" srcId="{ECD8F6C2-327C-48E8-A51A-FA7394BE57B4}" destId="{9CF25E8B-11D7-4173-94CA-ADAAAC329F04}" srcOrd="1" destOrd="0" presId="urn:microsoft.com/office/officeart/2005/8/layout/hierarchy3"/>
    <dgm:cxn modelId="{9D30DE64-91E4-4ECE-8CE2-50ED399201DF}" type="presParOf" srcId="{ECD8F6C2-327C-48E8-A51A-FA7394BE57B4}" destId="{22AD0D19-BB8B-4202-8A7D-C0A15253154B}" srcOrd="2" destOrd="0" presId="urn:microsoft.com/office/officeart/2005/8/layout/hierarchy3"/>
    <dgm:cxn modelId="{5B272D08-6A62-4E07-B482-CC9C29AFA66B}" type="presParOf" srcId="{ECD8F6C2-327C-48E8-A51A-FA7394BE57B4}" destId="{C67223CD-D78B-491F-9A8F-6325101F0AE9}" srcOrd="3" destOrd="0" presId="urn:microsoft.com/office/officeart/2005/8/layout/hierarchy3"/>
    <dgm:cxn modelId="{18556F32-7376-4C5B-B6D1-5748A467F880}" type="presParOf" srcId="{ECD8F6C2-327C-48E8-A51A-FA7394BE57B4}" destId="{E48DDE42-BB28-48C8-BD2C-DDD1E8F07F82}" srcOrd="4" destOrd="0" presId="urn:microsoft.com/office/officeart/2005/8/layout/hierarchy3"/>
    <dgm:cxn modelId="{4EDB4F1E-6D06-49AD-88ED-1E9FD1F37B33}" type="presParOf" srcId="{ECD8F6C2-327C-48E8-A51A-FA7394BE57B4}" destId="{CD2B5A68-9D92-48E5-9E44-3EA7F4F0955D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03E4E3B0-38DC-499B-9568-2A33B15F8EEC}">
      <dgm:prSet/>
      <dgm:spPr/>
      <dgm:t>
        <a:bodyPr/>
        <a:lstStyle/>
        <a:p>
          <a:r>
            <a:rPr lang="es-ES" noProof="1"/>
            <a:t>Unity</a:t>
          </a:r>
        </a:p>
      </dgm:t>
    </dgm:pt>
    <dgm:pt modelId="{192E5C12-58C3-4B28-928A-38175091AB80}" type="parTrans" cxnId="{233F2226-6C60-41E2-B3C3-5EF8F769F2E4}">
      <dgm:prSet/>
      <dgm:spPr/>
      <dgm:t>
        <a:bodyPr/>
        <a:lstStyle/>
        <a:p>
          <a:endParaRPr lang="en-GB"/>
        </a:p>
      </dgm:t>
    </dgm:pt>
    <dgm:pt modelId="{C2451561-42A6-4035-9A55-4993C8C51294}" type="sibTrans" cxnId="{233F2226-6C60-41E2-B3C3-5EF8F769F2E4}">
      <dgm:prSet/>
      <dgm:spPr/>
      <dgm:t>
        <a:bodyPr/>
        <a:lstStyle/>
        <a:p>
          <a:endParaRPr lang="en-GB"/>
        </a:p>
      </dgm:t>
    </dgm:pt>
    <dgm:pt modelId="{707F4F63-023F-487D-A3F6-0804E1B6EE44}">
      <dgm:prSet/>
      <dgm:spPr/>
      <dgm:t>
        <a:bodyPr/>
        <a:lstStyle/>
        <a:p>
          <a:r>
            <a:rPr lang="es-ES" noProof="1"/>
            <a:t>Godot</a:t>
          </a:r>
        </a:p>
      </dgm:t>
    </dgm:pt>
    <dgm:pt modelId="{3A144AD5-EBF4-419E-9491-94E017884189}" type="parTrans" cxnId="{D5FA4769-8C5D-495F-917C-A5BE34D27AD9}">
      <dgm:prSet/>
      <dgm:spPr/>
      <dgm:t>
        <a:bodyPr/>
        <a:lstStyle/>
        <a:p>
          <a:endParaRPr lang="en-GB"/>
        </a:p>
      </dgm:t>
    </dgm:pt>
    <dgm:pt modelId="{6DC43C75-E811-413E-9A1F-BCB6D40D3D1E}" type="sibTrans" cxnId="{D5FA4769-8C5D-495F-917C-A5BE34D27AD9}">
      <dgm:prSet/>
      <dgm:spPr/>
      <dgm:t>
        <a:bodyPr/>
        <a:lstStyle/>
        <a:p>
          <a:endParaRPr lang="en-GB"/>
        </a:p>
      </dgm:t>
    </dgm:pt>
    <dgm:pt modelId="{43F597DB-BF39-464F-9CF6-3EAD5DE355A1}">
      <dgm:prSet/>
      <dgm:spPr/>
      <dgm:t>
        <a:bodyPr/>
        <a:lstStyle/>
        <a:p>
          <a:r>
            <a:rPr lang="es-ES" noProof="1"/>
            <a:t>GameMaker</a:t>
          </a:r>
        </a:p>
      </dgm:t>
    </dgm:pt>
    <dgm:pt modelId="{8142F2A7-F290-41D3-8AE4-DC4C914C0E74}" type="parTrans" cxnId="{FC125F7A-D806-4AA7-ADA3-119797732B07}">
      <dgm:prSet/>
      <dgm:spPr/>
      <dgm:t>
        <a:bodyPr/>
        <a:lstStyle/>
        <a:p>
          <a:endParaRPr lang="en-GB"/>
        </a:p>
      </dgm:t>
    </dgm:pt>
    <dgm:pt modelId="{75781C52-55DD-4FFC-9F48-3ADCA0FC766A}" type="sibTrans" cxnId="{FC125F7A-D806-4AA7-ADA3-119797732B07}">
      <dgm:prSet/>
      <dgm:spPr/>
      <dgm:t>
        <a:bodyPr/>
        <a:lstStyle/>
        <a:p>
          <a:endParaRPr lang="en-GB"/>
        </a:p>
      </dgm:t>
    </dgm:pt>
    <dgm:pt modelId="{B5C195D0-3E95-4699-97D8-0C665596EA3F}">
      <dgm:prSet/>
      <dgm:spPr/>
      <dgm:t>
        <a:bodyPr/>
        <a:lstStyle/>
        <a:p>
          <a:r>
            <a:rPr lang="es-ES" noProof="1"/>
            <a:t>Basado en Box2D.</a:t>
          </a:r>
        </a:p>
      </dgm:t>
    </dgm:pt>
    <dgm:pt modelId="{02F7F9D8-C06F-40C0-80FF-EDC1B7EEA206}" type="parTrans" cxnId="{990F64FD-4AB1-4312-98ED-C144C6668496}">
      <dgm:prSet/>
      <dgm:spPr/>
      <dgm:t>
        <a:bodyPr/>
        <a:lstStyle/>
        <a:p>
          <a:endParaRPr lang="en-GB"/>
        </a:p>
      </dgm:t>
    </dgm:pt>
    <dgm:pt modelId="{8F6FD2CF-A61C-4D51-875F-79E1C9F3281E}" type="sibTrans" cxnId="{990F64FD-4AB1-4312-98ED-C144C6668496}">
      <dgm:prSet/>
      <dgm:spPr/>
      <dgm:t>
        <a:bodyPr/>
        <a:lstStyle/>
        <a:p>
          <a:endParaRPr lang="en-GB"/>
        </a:p>
      </dgm:t>
    </dgm:pt>
    <dgm:pt modelId="{4225188D-AAA6-4988-84FA-2FB20CE1F0C8}">
      <dgm:prSet/>
      <dgm:spPr/>
      <dgm:t>
        <a:bodyPr/>
        <a:lstStyle/>
        <a:p>
          <a:r>
            <a:rPr lang="es-ES" noProof="1"/>
            <a:t>Física propia integrada.</a:t>
          </a:r>
        </a:p>
      </dgm:t>
    </dgm:pt>
    <dgm:pt modelId="{79AC5522-9CFA-49B8-ABFC-7305431D8560}" type="parTrans" cxnId="{4B50B967-6740-4264-B2C4-02786A6F58A5}">
      <dgm:prSet/>
      <dgm:spPr/>
      <dgm:t>
        <a:bodyPr/>
        <a:lstStyle/>
        <a:p>
          <a:endParaRPr lang="en-GB"/>
        </a:p>
      </dgm:t>
    </dgm:pt>
    <dgm:pt modelId="{A92D16B3-8B61-4EBE-9375-4FEB1A1B9C97}" type="sibTrans" cxnId="{4B50B967-6740-4264-B2C4-02786A6F58A5}">
      <dgm:prSet/>
      <dgm:spPr/>
      <dgm:t>
        <a:bodyPr/>
        <a:lstStyle/>
        <a:p>
          <a:endParaRPr lang="en-GB"/>
        </a:p>
      </dgm:t>
    </dgm:pt>
    <dgm:pt modelId="{9C0461B3-38E7-457D-B305-643958513D73}">
      <dgm:prSet/>
      <dgm:spPr/>
      <dgm:t>
        <a:bodyPr/>
        <a:lstStyle/>
        <a:p>
          <a:r>
            <a:rPr lang="es-ES" noProof="1"/>
            <a:t>Física opcional. </a:t>
          </a:r>
        </a:p>
      </dgm:t>
    </dgm:pt>
    <dgm:pt modelId="{F33B2C96-8B51-441F-A64F-4CF8B04B4F72}" type="parTrans" cxnId="{20C1EEB8-1701-4524-92A2-A79BE36C3C58}">
      <dgm:prSet/>
      <dgm:spPr/>
      <dgm:t>
        <a:bodyPr/>
        <a:lstStyle/>
        <a:p>
          <a:endParaRPr lang="en-GB"/>
        </a:p>
      </dgm:t>
    </dgm:pt>
    <dgm:pt modelId="{1428ECBF-EE26-4D58-8DAD-FBC5D1810599}" type="sibTrans" cxnId="{20C1EEB8-1701-4524-92A2-A79BE36C3C58}">
      <dgm:prSet/>
      <dgm:spPr/>
      <dgm:t>
        <a:bodyPr/>
        <a:lstStyle/>
        <a:p>
          <a:endParaRPr lang="en-GB"/>
        </a:p>
      </dgm:t>
    </dgm:pt>
    <dgm:pt modelId="{A27AD8D0-AF75-4251-9BC6-862E6B4180F6}">
      <dgm:prSet/>
      <dgm:spPr/>
      <dgm:t>
        <a:bodyPr/>
        <a:lstStyle/>
        <a:p>
          <a:r>
            <a:rPr lang="es-ES" noProof="1"/>
            <a:t>Rigidbody2D. </a:t>
          </a:r>
        </a:p>
      </dgm:t>
    </dgm:pt>
    <dgm:pt modelId="{5072FE0B-C4D4-4197-A9E1-AA82046C9A37}" type="parTrans" cxnId="{EFFB2E0B-3C05-4E13-963B-1ECD294C99A5}">
      <dgm:prSet/>
      <dgm:spPr/>
      <dgm:t>
        <a:bodyPr/>
        <a:lstStyle/>
        <a:p>
          <a:endParaRPr lang="en-GB"/>
        </a:p>
      </dgm:t>
    </dgm:pt>
    <dgm:pt modelId="{8823D6FA-2544-42CD-99CC-299EAB8A4C05}" type="sibTrans" cxnId="{EFFB2E0B-3C05-4E13-963B-1ECD294C99A5}">
      <dgm:prSet/>
      <dgm:spPr/>
      <dgm:t>
        <a:bodyPr/>
        <a:lstStyle/>
        <a:p>
          <a:endParaRPr lang="en-GB"/>
        </a:p>
      </dgm:t>
    </dgm:pt>
    <dgm:pt modelId="{50D8FB8F-F8BD-49A1-993C-29B6B4C93B23}">
      <dgm:prSet/>
      <dgm:spPr/>
      <dgm:t>
        <a:bodyPr/>
        <a:lstStyle/>
        <a:p>
          <a:r>
            <a:rPr lang="es-ES" noProof="1"/>
            <a:t>Collider2D.</a:t>
          </a:r>
        </a:p>
      </dgm:t>
    </dgm:pt>
    <dgm:pt modelId="{A309C8D5-BCB3-44F3-9BAA-5F701C369B98}" type="parTrans" cxnId="{1C0181FC-E650-432E-8620-D461C76AE3FD}">
      <dgm:prSet/>
      <dgm:spPr/>
      <dgm:t>
        <a:bodyPr/>
        <a:lstStyle/>
        <a:p>
          <a:endParaRPr lang="en-GB"/>
        </a:p>
      </dgm:t>
    </dgm:pt>
    <dgm:pt modelId="{1052D1FF-498D-4A9F-8D67-3A2004DA53C8}" type="sibTrans" cxnId="{1C0181FC-E650-432E-8620-D461C76AE3FD}">
      <dgm:prSet/>
      <dgm:spPr/>
      <dgm:t>
        <a:bodyPr/>
        <a:lstStyle/>
        <a:p>
          <a:endParaRPr lang="en-GB"/>
        </a:p>
      </dgm:t>
    </dgm:pt>
    <dgm:pt modelId="{1D5F27A1-9E7B-4B3F-8A47-216332CC8756}">
      <dgm:prSet/>
      <dgm:spPr/>
      <dgm:t>
        <a:bodyPr/>
        <a:lstStyle/>
        <a:p>
          <a:r>
            <a:rPr lang="es-ES" noProof="1"/>
            <a:t>CharacterBody2D. </a:t>
          </a:r>
        </a:p>
      </dgm:t>
    </dgm:pt>
    <dgm:pt modelId="{B1849F64-6F71-491E-8104-43264E7D3F4B}" type="parTrans" cxnId="{E087502F-157D-490B-8818-91D47A869926}">
      <dgm:prSet/>
      <dgm:spPr/>
      <dgm:t>
        <a:bodyPr/>
        <a:lstStyle/>
        <a:p>
          <a:endParaRPr lang="en-GB"/>
        </a:p>
      </dgm:t>
    </dgm:pt>
    <dgm:pt modelId="{0B70491F-38F0-4545-8651-3D005D6B82CC}" type="sibTrans" cxnId="{E087502F-157D-490B-8818-91D47A869926}">
      <dgm:prSet/>
      <dgm:spPr/>
      <dgm:t>
        <a:bodyPr/>
        <a:lstStyle/>
        <a:p>
          <a:endParaRPr lang="en-GB"/>
        </a:p>
      </dgm:t>
    </dgm:pt>
    <dgm:pt modelId="{8030C51F-0A0C-404D-9915-960CD50D87BD}">
      <dgm:prSet/>
      <dgm:spPr/>
      <dgm:t>
        <a:bodyPr/>
        <a:lstStyle/>
        <a:p>
          <a:r>
            <a:rPr lang="es-ES" noProof="1"/>
            <a:t>Area2D.</a:t>
          </a:r>
        </a:p>
      </dgm:t>
    </dgm:pt>
    <dgm:pt modelId="{2704AB07-9453-42B3-A9AB-1E8526FC174C}" type="parTrans" cxnId="{F02E58D1-3542-4588-AA17-0C71FC0B2781}">
      <dgm:prSet/>
      <dgm:spPr/>
      <dgm:t>
        <a:bodyPr/>
        <a:lstStyle/>
        <a:p>
          <a:endParaRPr lang="en-GB"/>
        </a:p>
      </dgm:t>
    </dgm:pt>
    <dgm:pt modelId="{729E9521-5207-4278-8F0D-85F96B3ECE50}" type="sibTrans" cxnId="{F02E58D1-3542-4588-AA17-0C71FC0B2781}">
      <dgm:prSet/>
      <dgm:spPr/>
      <dgm:t>
        <a:bodyPr/>
        <a:lstStyle/>
        <a:p>
          <a:endParaRPr lang="en-GB"/>
        </a:p>
      </dgm:t>
    </dgm:pt>
    <dgm:pt modelId="{F047DD22-B0DB-4760-B11A-AC5545705386}">
      <dgm:prSet/>
      <dgm:spPr/>
      <dgm:t>
        <a:bodyPr/>
        <a:lstStyle/>
        <a:p>
          <a:r>
            <a:rPr lang="es-ES" noProof="1"/>
            <a:t>Menos utilizada en proyectos arcade. </a:t>
          </a:r>
        </a:p>
      </dgm:t>
    </dgm:pt>
    <dgm:pt modelId="{363A7FE5-3F6E-4719-917F-20B744298C0F}" type="parTrans" cxnId="{88C55A67-3264-4124-8D84-ECD431B846D2}">
      <dgm:prSet/>
      <dgm:spPr/>
      <dgm:t>
        <a:bodyPr/>
        <a:lstStyle/>
        <a:p>
          <a:endParaRPr lang="en-GB"/>
        </a:p>
      </dgm:t>
    </dgm:pt>
    <dgm:pt modelId="{3D70826A-0B1D-41E2-9AC7-AF413157936A}" type="sibTrans" cxnId="{88C55A67-3264-4124-8D84-ECD431B846D2}">
      <dgm:prSet/>
      <dgm:spPr/>
      <dgm:t>
        <a:bodyPr/>
        <a:lstStyle/>
        <a:p>
          <a:endParaRPr lang="en-GB"/>
        </a:p>
      </dgm:t>
    </dgm:pt>
    <dgm:pt modelId="{8B66AEC2-9E27-42C9-9064-B208DC2BB14F}">
      <dgm:prSet/>
      <dgm:spPr/>
      <dgm:t>
        <a:bodyPr/>
        <a:lstStyle/>
        <a:p>
          <a:r>
            <a:rPr lang="es-ES" noProof="1"/>
            <a:t>Muchas veces se implementa lógica manual.</a:t>
          </a:r>
        </a:p>
      </dgm:t>
    </dgm:pt>
    <dgm:pt modelId="{E853C133-96F4-4266-B288-FC07C6A6BA9E}" type="parTrans" cxnId="{E788A95B-53F5-4461-9864-C5A3D84B94D8}">
      <dgm:prSet/>
      <dgm:spPr/>
      <dgm:t>
        <a:bodyPr/>
        <a:lstStyle/>
        <a:p>
          <a:endParaRPr lang="en-GB"/>
        </a:p>
      </dgm:t>
    </dgm:pt>
    <dgm:pt modelId="{4F6E7C4F-AB9F-40B7-BA34-79D7CDF30DF0}" type="sibTrans" cxnId="{E788A95B-53F5-4461-9864-C5A3D84B94D8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C1ADA9-2A02-4246-B433-879A4F000413}" type="pres">
      <dgm:prSet presAssocID="{03E4E3B0-38DC-499B-9568-2A33B15F8EEC}" presName="root" presStyleCnt="0"/>
      <dgm:spPr/>
    </dgm:pt>
    <dgm:pt modelId="{5B4D736C-B84E-4F31-B420-97EC7D77EE55}" type="pres">
      <dgm:prSet presAssocID="{03E4E3B0-38DC-499B-9568-2A33B15F8EEC}" presName="rootComposite" presStyleCnt="0"/>
      <dgm:spPr/>
    </dgm:pt>
    <dgm:pt modelId="{9231DB6C-C6C9-48E2-8AF8-99FA7F31E6C4}" type="pres">
      <dgm:prSet presAssocID="{03E4E3B0-38DC-499B-9568-2A33B15F8EEC}" presName="rootText" presStyleLbl="node1" presStyleIdx="0" presStyleCnt="3"/>
      <dgm:spPr/>
    </dgm:pt>
    <dgm:pt modelId="{FA691EC3-F6CA-4415-A81E-E01B95A2F7EA}" type="pres">
      <dgm:prSet presAssocID="{03E4E3B0-38DC-499B-9568-2A33B15F8EEC}" presName="rootConnector" presStyleLbl="node1" presStyleIdx="0" presStyleCnt="3"/>
      <dgm:spPr/>
    </dgm:pt>
    <dgm:pt modelId="{21960111-851C-41C2-9FCC-0B2C2EE3FE64}" type="pres">
      <dgm:prSet presAssocID="{03E4E3B0-38DC-499B-9568-2A33B15F8EEC}" presName="childShape" presStyleCnt="0"/>
      <dgm:spPr/>
    </dgm:pt>
    <dgm:pt modelId="{7064143C-A836-4513-B168-2CBDF4F1DAD5}" type="pres">
      <dgm:prSet presAssocID="{02F7F9D8-C06F-40C0-80FF-EDC1B7EEA206}" presName="Name13" presStyleLbl="parChTrans1D2" presStyleIdx="0" presStyleCnt="9"/>
      <dgm:spPr/>
    </dgm:pt>
    <dgm:pt modelId="{0F8C0A1D-5183-4135-90DF-EE12369D6E7A}" type="pres">
      <dgm:prSet presAssocID="{B5C195D0-3E95-4699-97D8-0C665596EA3F}" presName="childText" presStyleLbl="bgAcc1" presStyleIdx="0" presStyleCnt="9">
        <dgm:presLayoutVars>
          <dgm:bulletEnabled val="1"/>
        </dgm:presLayoutVars>
      </dgm:prSet>
      <dgm:spPr/>
    </dgm:pt>
    <dgm:pt modelId="{17B5645C-F828-49EC-9BCD-E7FD3F57DCA4}" type="pres">
      <dgm:prSet presAssocID="{5072FE0B-C4D4-4197-A9E1-AA82046C9A37}" presName="Name13" presStyleLbl="parChTrans1D2" presStyleIdx="1" presStyleCnt="9"/>
      <dgm:spPr/>
    </dgm:pt>
    <dgm:pt modelId="{4E6337E0-11E6-47E1-B1C2-0A610F1B3167}" type="pres">
      <dgm:prSet presAssocID="{A27AD8D0-AF75-4251-9BC6-862E6B4180F6}" presName="childText" presStyleLbl="bgAcc1" presStyleIdx="1" presStyleCnt="9">
        <dgm:presLayoutVars>
          <dgm:bulletEnabled val="1"/>
        </dgm:presLayoutVars>
      </dgm:prSet>
      <dgm:spPr/>
    </dgm:pt>
    <dgm:pt modelId="{74BE9DE8-20DB-4C9B-8CE3-11DC2801E1E4}" type="pres">
      <dgm:prSet presAssocID="{A309C8D5-BCB3-44F3-9BAA-5F701C369B98}" presName="Name13" presStyleLbl="parChTrans1D2" presStyleIdx="2" presStyleCnt="9"/>
      <dgm:spPr/>
    </dgm:pt>
    <dgm:pt modelId="{52E00B6D-5821-4734-8AD5-0D2F503C7565}" type="pres">
      <dgm:prSet presAssocID="{50D8FB8F-F8BD-49A1-993C-29B6B4C93B23}" presName="childText" presStyleLbl="bgAcc1" presStyleIdx="2" presStyleCnt="9">
        <dgm:presLayoutVars>
          <dgm:bulletEnabled val="1"/>
        </dgm:presLayoutVars>
      </dgm:prSet>
      <dgm:spPr/>
    </dgm:pt>
    <dgm:pt modelId="{D5AFC246-C800-4848-92AC-D3CA44F4DB5B}" type="pres">
      <dgm:prSet presAssocID="{707F4F63-023F-487D-A3F6-0804E1B6EE44}" presName="root" presStyleCnt="0"/>
      <dgm:spPr/>
    </dgm:pt>
    <dgm:pt modelId="{CBEF9442-1E05-4B9F-BA77-F077A7266853}" type="pres">
      <dgm:prSet presAssocID="{707F4F63-023F-487D-A3F6-0804E1B6EE44}" presName="rootComposite" presStyleCnt="0"/>
      <dgm:spPr/>
    </dgm:pt>
    <dgm:pt modelId="{75D3EB81-F357-445F-98FC-4A455BF44FE0}" type="pres">
      <dgm:prSet presAssocID="{707F4F63-023F-487D-A3F6-0804E1B6EE44}" presName="rootText" presStyleLbl="node1" presStyleIdx="1" presStyleCnt="3"/>
      <dgm:spPr/>
    </dgm:pt>
    <dgm:pt modelId="{EB3D3A5E-C34D-4B9C-9E1F-196750DA8501}" type="pres">
      <dgm:prSet presAssocID="{707F4F63-023F-487D-A3F6-0804E1B6EE44}" presName="rootConnector" presStyleLbl="node1" presStyleIdx="1" presStyleCnt="3"/>
      <dgm:spPr/>
    </dgm:pt>
    <dgm:pt modelId="{37F00902-0AEF-4748-9254-3A39D8630C81}" type="pres">
      <dgm:prSet presAssocID="{707F4F63-023F-487D-A3F6-0804E1B6EE44}" presName="childShape" presStyleCnt="0"/>
      <dgm:spPr/>
    </dgm:pt>
    <dgm:pt modelId="{CAFBB3D6-2FEC-44FB-B52E-7236A5AC0425}" type="pres">
      <dgm:prSet presAssocID="{79AC5522-9CFA-49B8-ABFC-7305431D8560}" presName="Name13" presStyleLbl="parChTrans1D2" presStyleIdx="3" presStyleCnt="9"/>
      <dgm:spPr/>
    </dgm:pt>
    <dgm:pt modelId="{FC9519AE-5AB2-4FB8-8910-67BA8EAC409E}" type="pres">
      <dgm:prSet presAssocID="{4225188D-AAA6-4988-84FA-2FB20CE1F0C8}" presName="childText" presStyleLbl="bgAcc1" presStyleIdx="3" presStyleCnt="9">
        <dgm:presLayoutVars>
          <dgm:bulletEnabled val="1"/>
        </dgm:presLayoutVars>
      </dgm:prSet>
      <dgm:spPr/>
    </dgm:pt>
    <dgm:pt modelId="{9A162A47-FEFE-4BD1-9EFB-A0B59D60C326}" type="pres">
      <dgm:prSet presAssocID="{B1849F64-6F71-491E-8104-43264E7D3F4B}" presName="Name13" presStyleLbl="parChTrans1D2" presStyleIdx="4" presStyleCnt="9"/>
      <dgm:spPr/>
    </dgm:pt>
    <dgm:pt modelId="{1B0851BD-3E77-48CE-95BA-9025C7F3B031}" type="pres">
      <dgm:prSet presAssocID="{1D5F27A1-9E7B-4B3F-8A47-216332CC8756}" presName="childText" presStyleLbl="bgAcc1" presStyleIdx="4" presStyleCnt="9">
        <dgm:presLayoutVars>
          <dgm:bulletEnabled val="1"/>
        </dgm:presLayoutVars>
      </dgm:prSet>
      <dgm:spPr/>
    </dgm:pt>
    <dgm:pt modelId="{6E36B705-FA0A-4010-A93B-746D4BE4496D}" type="pres">
      <dgm:prSet presAssocID="{2704AB07-9453-42B3-A9AB-1E8526FC174C}" presName="Name13" presStyleLbl="parChTrans1D2" presStyleIdx="5" presStyleCnt="9"/>
      <dgm:spPr/>
    </dgm:pt>
    <dgm:pt modelId="{AD86EAF8-B0B6-4366-831B-815D9457AEE4}" type="pres">
      <dgm:prSet presAssocID="{8030C51F-0A0C-404D-9915-960CD50D87BD}" presName="childText" presStyleLbl="bgAcc1" presStyleIdx="5" presStyleCnt="9">
        <dgm:presLayoutVars>
          <dgm:bulletEnabled val="1"/>
        </dgm:presLayoutVars>
      </dgm:prSet>
      <dgm:spPr/>
    </dgm:pt>
    <dgm:pt modelId="{76775189-925A-4046-A080-B2405C1D3D55}" type="pres">
      <dgm:prSet presAssocID="{43F597DB-BF39-464F-9CF6-3EAD5DE355A1}" presName="root" presStyleCnt="0"/>
      <dgm:spPr/>
    </dgm:pt>
    <dgm:pt modelId="{4AEFD872-A43C-4E66-9E49-15684E0310A0}" type="pres">
      <dgm:prSet presAssocID="{43F597DB-BF39-464F-9CF6-3EAD5DE355A1}" presName="rootComposite" presStyleCnt="0"/>
      <dgm:spPr/>
    </dgm:pt>
    <dgm:pt modelId="{67258E77-C380-4B5D-848F-A3FC3F147557}" type="pres">
      <dgm:prSet presAssocID="{43F597DB-BF39-464F-9CF6-3EAD5DE355A1}" presName="rootText" presStyleLbl="node1" presStyleIdx="2" presStyleCnt="3"/>
      <dgm:spPr/>
    </dgm:pt>
    <dgm:pt modelId="{F173C921-72E4-4C50-B5CD-803256BAD633}" type="pres">
      <dgm:prSet presAssocID="{43F597DB-BF39-464F-9CF6-3EAD5DE355A1}" presName="rootConnector" presStyleLbl="node1" presStyleIdx="2" presStyleCnt="3"/>
      <dgm:spPr/>
    </dgm:pt>
    <dgm:pt modelId="{8E14B81D-FDE5-47D8-BB55-A34739FBED9B}" type="pres">
      <dgm:prSet presAssocID="{43F597DB-BF39-464F-9CF6-3EAD5DE355A1}" presName="childShape" presStyleCnt="0"/>
      <dgm:spPr/>
    </dgm:pt>
    <dgm:pt modelId="{759C3668-3315-4534-8A38-705C484ACF40}" type="pres">
      <dgm:prSet presAssocID="{F33B2C96-8B51-441F-A64F-4CF8B04B4F72}" presName="Name13" presStyleLbl="parChTrans1D2" presStyleIdx="6" presStyleCnt="9"/>
      <dgm:spPr/>
    </dgm:pt>
    <dgm:pt modelId="{C5912804-14A1-4EA7-BE3F-8F9A7B817320}" type="pres">
      <dgm:prSet presAssocID="{9C0461B3-38E7-457D-B305-643958513D73}" presName="childText" presStyleLbl="bgAcc1" presStyleIdx="6" presStyleCnt="9">
        <dgm:presLayoutVars>
          <dgm:bulletEnabled val="1"/>
        </dgm:presLayoutVars>
      </dgm:prSet>
      <dgm:spPr/>
    </dgm:pt>
    <dgm:pt modelId="{CDB0DF1E-5432-4DBB-BE1F-165E1DE6B162}" type="pres">
      <dgm:prSet presAssocID="{363A7FE5-3F6E-4719-917F-20B744298C0F}" presName="Name13" presStyleLbl="parChTrans1D2" presStyleIdx="7" presStyleCnt="9"/>
      <dgm:spPr/>
    </dgm:pt>
    <dgm:pt modelId="{7B45E0B3-2F3E-46BF-9380-D2C94D32DF3B}" type="pres">
      <dgm:prSet presAssocID="{F047DD22-B0DB-4760-B11A-AC5545705386}" presName="childText" presStyleLbl="bgAcc1" presStyleIdx="7" presStyleCnt="9">
        <dgm:presLayoutVars>
          <dgm:bulletEnabled val="1"/>
        </dgm:presLayoutVars>
      </dgm:prSet>
      <dgm:spPr/>
    </dgm:pt>
    <dgm:pt modelId="{CBCB0754-EE70-4CFB-B01A-2B338B294B24}" type="pres">
      <dgm:prSet presAssocID="{E853C133-96F4-4266-B288-FC07C6A6BA9E}" presName="Name13" presStyleLbl="parChTrans1D2" presStyleIdx="8" presStyleCnt="9"/>
      <dgm:spPr/>
    </dgm:pt>
    <dgm:pt modelId="{E306056A-0673-4AD3-B069-9F7D878E5F64}" type="pres">
      <dgm:prSet presAssocID="{8B66AEC2-9E27-42C9-9064-B208DC2BB14F}" presName="childText" presStyleLbl="bgAcc1" presStyleIdx="8" presStyleCnt="9">
        <dgm:presLayoutVars>
          <dgm:bulletEnabled val="1"/>
        </dgm:presLayoutVars>
      </dgm:prSet>
      <dgm:spPr/>
    </dgm:pt>
  </dgm:ptLst>
  <dgm:cxnLst>
    <dgm:cxn modelId="{92F6B305-72BA-40FA-BFE6-0D28DA0B5A98}" type="presOf" srcId="{8B66AEC2-9E27-42C9-9064-B208DC2BB14F}" destId="{E306056A-0673-4AD3-B069-9F7D878E5F64}" srcOrd="0" destOrd="0" presId="urn:microsoft.com/office/officeart/2005/8/layout/hierarchy3"/>
    <dgm:cxn modelId="{EFFB2E0B-3C05-4E13-963B-1ECD294C99A5}" srcId="{03E4E3B0-38DC-499B-9568-2A33B15F8EEC}" destId="{A27AD8D0-AF75-4251-9BC6-862E6B4180F6}" srcOrd="1" destOrd="0" parTransId="{5072FE0B-C4D4-4197-A9E1-AA82046C9A37}" sibTransId="{8823D6FA-2544-42CD-99CC-299EAB8A4C05}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AEF4670F-825B-4254-9007-D57C76E93023}" type="presOf" srcId="{2704AB07-9453-42B3-A9AB-1E8526FC174C}" destId="{6E36B705-FA0A-4010-A93B-746D4BE4496D}" srcOrd="0" destOrd="0" presId="urn:microsoft.com/office/officeart/2005/8/layout/hierarchy3"/>
    <dgm:cxn modelId="{2B35CE0F-F949-40FE-AC99-2B0576CF9A12}" type="presOf" srcId="{A309C8D5-BCB3-44F3-9BAA-5F701C369B98}" destId="{74BE9DE8-20DB-4C9B-8CE3-11DC2801E1E4}" srcOrd="0" destOrd="0" presId="urn:microsoft.com/office/officeart/2005/8/layout/hierarchy3"/>
    <dgm:cxn modelId="{949C7D15-4CE7-4655-9A3E-A76323E0A637}" type="presOf" srcId="{B1849F64-6F71-491E-8104-43264E7D3F4B}" destId="{9A162A47-FEFE-4BD1-9EFB-A0B59D60C326}" srcOrd="0" destOrd="0" presId="urn:microsoft.com/office/officeart/2005/8/layout/hierarchy3"/>
    <dgm:cxn modelId="{C1EC6816-B710-462F-BF87-D50A07166AA2}" type="presOf" srcId="{02F7F9D8-C06F-40C0-80FF-EDC1B7EEA206}" destId="{7064143C-A836-4513-B168-2CBDF4F1DAD5}" srcOrd="0" destOrd="0" presId="urn:microsoft.com/office/officeart/2005/8/layout/hierarchy3"/>
    <dgm:cxn modelId="{06C55020-25E5-4127-9F28-B33D4C2A7DDB}" type="presOf" srcId="{43F597DB-BF39-464F-9CF6-3EAD5DE355A1}" destId="{F173C921-72E4-4C50-B5CD-803256BAD633}" srcOrd="1" destOrd="0" presId="urn:microsoft.com/office/officeart/2005/8/layout/hierarchy3"/>
    <dgm:cxn modelId="{A5F86522-FECF-406A-8B5C-74A1D5E2B3D9}" type="presOf" srcId="{50D8FB8F-F8BD-49A1-993C-29B6B4C93B23}" destId="{52E00B6D-5821-4734-8AD5-0D2F503C7565}" srcOrd="0" destOrd="0" presId="urn:microsoft.com/office/officeart/2005/8/layout/hierarchy3"/>
    <dgm:cxn modelId="{11BC7325-EEAE-471C-A943-D2585284DAC0}" type="presOf" srcId="{F33B2C96-8B51-441F-A64F-4CF8B04B4F72}" destId="{759C3668-3315-4534-8A38-705C484ACF40}" srcOrd="0" destOrd="0" presId="urn:microsoft.com/office/officeart/2005/8/layout/hierarchy3"/>
    <dgm:cxn modelId="{233F2226-6C60-41E2-B3C3-5EF8F769F2E4}" srcId="{BDB7CC9A-3BD2-4AAD-A511-80954914245A}" destId="{03E4E3B0-38DC-499B-9568-2A33B15F8EEC}" srcOrd="0" destOrd="0" parTransId="{192E5C12-58C3-4B28-928A-38175091AB80}" sibTransId="{C2451561-42A6-4035-9A55-4993C8C51294}"/>
    <dgm:cxn modelId="{B78EC029-6AA8-42B4-B0A9-B26571E21CC4}" type="presOf" srcId="{9C0461B3-38E7-457D-B305-643958513D73}" destId="{C5912804-14A1-4EA7-BE3F-8F9A7B817320}" srcOrd="0" destOrd="0" presId="urn:microsoft.com/office/officeart/2005/8/layout/hierarchy3"/>
    <dgm:cxn modelId="{E087502F-157D-490B-8818-91D47A869926}" srcId="{707F4F63-023F-487D-A3F6-0804E1B6EE44}" destId="{1D5F27A1-9E7B-4B3F-8A47-216332CC8756}" srcOrd="1" destOrd="0" parTransId="{B1849F64-6F71-491E-8104-43264E7D3F4B}" sibTransId="{0B70491F-38F0-4545-8651-3D005D6B82CC}"/>
    <dgm:cxn modelId="{E01D2E35-2138-4EA2-BD34-11DFC18472EC}" type="presOf" srcId="{707F4F63-023F-487D-A3F6-0804E1B6EE44}" destId="{75D3EB81-F357-445F-98FC-4A455BF44FE0}" srcOrd="0" destOrd="0" presId="urn:microsoft.com/office/officeart/2005/8/layout/hierarchy3"/>
    <dgm:cxn modelId="{E788A95B-53F5-4461-9864-C5A3D84B94D8}" srcId="{43F597DB-BF39-464F-9CF6-3EAD5DE355A1}" destId="{8B66AEC2-9E27-42C9-9064-B208DC2BB14F}" srcOrd="2" destOrd="0" parTransId="{E853C133-96F4-4266-B288-FC07C6A6BA9E}" sibTransId="{4F6E7C4F-AB9F-40B7-BA34-79D7CDF30DF0}"/>
    <dgm:cxn modelId="{747A345D-9DB5-4607-B2BF-7035726A8838}" type="presOf" srcId="{B5C195D0-3E95-4699-97D8-0C665596EA3F}" destId="{0F8C0A1D-5183-4135-90DF-EE12369D6E7A}" srcOrd="0" destOrd="0" presId="urn:microsoft.com/office/officeart/2005/8/layout/hierarchy3"/>
    <dgm:cxn modelId="{7A311644-3708-40AD-BEF7-BE2D5A89ABED}" type="presOf" srcId="{F047DD22-B0DB-4760-B11A-AC5545705386}" destId="{7B45E0B3-2F3E-46BF-9380-D2C94D32DF3B}" srcOrd="0" destOrd="0" presId="urn:microsoft.com/office/officeart/2005/8/layout/hierarchy3"/>
    <dgm:cxn modelId="{88C55A67-3264-4124-8D84-ECD431B846D2}" srcId="{43F597DB-BF39-464F-9CF6-3EAD5DE355A1}" destId="{F047DD22-B0DB-4760-B11A-AC5545705386}" srcOrd="1" destOrd="0" parTransId="{363A7FE5-3F6E-4719-917F-20B744298C0F}" sibTransId="{3D70826A-0B1D-41E2-9AC7-AF413157936A}"/>
    <dgm:cxn modelId="{4B50B967-6740-4264-B2C4-02786A6F58A5}" srcId="{707F4F63-023F-487D-A3F6-0804E1B6EE44}" destId="{4225188D-AAA6-4988-84FA-2FB20CE1F0C8}" srcOrd="0" destOrd="0" parTransId="{79AC5522-9CFA-49B8-ABFC-7305431D8560}" sibTransId="{A92D16B3-8B61-4EBE-9375-4FEB1A1B9C97}"/>
    <dgm:cxn modelId="{D5FA4769-8C5D-495F-917C-A5BE34D27AD9}" srcId="{BDB7CC9A-3BD2-4AAD-A511-80954914245A}" destId="{707F4F63-023F-487D-A3F6-0804E1B6EE44}" srcOrd="1" destOrd="0" parTransId="{3A144AD5-EBF4-419E-9491-94E017884189}" sibTransId="{6DC43C75-E811-413E-9A1F-BCB6D40D3D1E}"/>
    <dgm:cxn modelId="{92C7746B-4130-440F-9CAE-6031BF497548}" type="presOf" srcId="{707F4F63-023F-487D-A3F6-0804E1B6EE44}" destId="{EB3D3A5E-C34D-4B9C-9E1F-196750DA8501}" srcOrd="1" destOrd="0" presId="urn:microsoft.com/office/officeart/2005/8/layout/hierarchy3"/>
    <dgm:cxn modelId="{186ECA6F-BE2F-4440-8DE5-BC5916A89466}" type="presOf" srcId="{43F597DB-BF39-464F-9CF6-3EAD5DE355A1}" destId="{67258E77-C380-4B5D-848F-A3FC3F147557}" srcOrd="0" destOrd="0" presId="urn:microsoft.com/office/officeart/2005/8/layout/hierarchy3"/>
    <dgm:cxn modelId="{AC821155-DB4F-4B97-913E-FBD0454B1E3B}" type="presOf" srcId="{5072FE0B-C4D4-4197-A9E1-AA82046C9A37}" destId="{17B5645C-F828-49EC-9BCD-E7FD3F57DCA4}" srcOrd="0" destOrd="0" presId="urn:microsoft.com/office/officeart/2005/8/layout/hierarchy3"/>
    <dgm:cxn modelId="{F6A52877-CD16-492F-B19E-117BE7A2F705}" type="presOf" srcId="{8030C51F-0A0C-404D-9915-960CD50D87BD}" destId="{AD86EAF8-B0B6-4366-831B-815D9457AEE4}" srcOrd="0" destOrd="0" presId="urn:microsoft.com/office/officeart/2005/8/layout/hierarchy3"/>
    <dgm:cxn modelId="{FC125F7A-D806-4AA7-ADA3-119797732B07}" srcId="{BDB7CC9A-3BD2-4AAD-A511-80954914245A}" destId="{43F597DB-BF39-464F-9CF6-3EAD5DE355A1}" srcOrd="2" destOrd="0" parTransId="{8142F2A7-F290-41D3-8AE4-DC4C914C0E74}" sibTransId="{75781C52-55DD-4FFC-9F48-3ADCA0FC766A}"/>
    <dgm:cxn modelId="{607B4A88-7255-46E6-8F16-2906ECB49C31}" type="presOf" srcId="{363A7FE5-3F6E-4719-917F-20B744298C0F}" destId="{CDB0DF1E-5432-4DBB-BE1F-165E1DE6B162}" srcOrd="0" destOrd="0" presId="urn:microsoft.com/office/officeart/2005/8/layout/hierarchy3"/>
    <dgm:cxn modelId="{C14CD38B-A0FD-4DAF-A963-5BC5A8F2AEA2}" type="presOf" srcId="{03E4E3B0-38DC-499B-9568-2A33B15F8EEC}" destId="{9231DB6C-C6C9-48E2-8AF8-99FA7F31E6C4}" srcOrd="0" destOrd="0" presId="urn:microsoft.com/office/officeart/2005/8/layout/hierarchy3"/>
    <dgm:cxn modelId="{C9B78F9F-C7D1-4462-8268-8DA58976072B}" type="presOf" srcId="{1D5F27A1-9E7B-4B3F-8A47-216332CC8756}" destId="{1B0851BD-3E77-48CE-95BA-9025C7F3B031}" srcOrd="0" destOrd="0" presId="urn:microsoft.com/office/officeart/2005/8/layout/hierarchy3"/>
    <dgm:cxn modelId="{975D51AD-E03B-48E4-BCF5-CD44B4F98BD7}" type="presOf" srcId="{79AC5522-9CFA-49B8-ABFC-7305431D8560}" destId="{CAFBB3D6-2FEC-44FB-B52E-7236A5AC0425}" srcOrd="0" destOrd="0" presId="urn:microsoft.com/office/officeart/2005/8/layout/hierarchy3"/>
    <dgm:cxn modelId="{20C1EEB8-1701-4524-92A2-A79BE36C3C58}" srcId="{43F597DB-BF39-464F-9CF6-3EAD5DE355A1}" destId="{9C0461B3-38E7-457D-B305-643958513D73}" srcOrd="0" destOrd="0" parTransId="{F33B2C96-8B51-441F-A64F-4CF8B04B4F72}" sibTransId="{1428ECBF-EE26-4D58-8DAD-FBC5D1810599}"/>
    <dgm:cxn modelId="{244B3EBD-AA8E-4333-A04D-937F28862FDD}" type="presOf" srcId="{4225188D-AAA6-4988-84FA-2FB20CE1F0C8}" destId="{FC9519AE-5AB2-4FB8-8910-67BA8EAC409E}" srcOrd="0" destOrd="0" presId="urn:microsoft.com/office/officeart/2005/8/layout/hierarchy3"/>
    <dgm:cxn modelId="{882790CB-351C-4896-A5AC-E86200EBD755}" type="presOf" srcId="{03E4E3B0-38DC-499B-9568-2A33B15F8EEC}" destId="{FA691EC3-F6CA-4415-A81E-E01B95A2F7EA}" srcOrd="1" destOrd="0" presId="urn:microsoft.com/office/officeart/2005/8/layout/hierarchy3"/>
    <dgm:cxn modelId="{F02E58D1-3542-4588-AA17-0C71FC0B2781}" srcId="{707F4F63-023F-487D-A3F6-0804E1B6EE44}" destId="{8030C51F-0A0C-404D-9915-960CD50D87BD}" srcOrd="2" destOrd="0" parTransId="{2704AB07-9453-42B3-A9AB-1E8526FC174C}" sibTransId="{729E9521-5207-4278-8F0D-85F96B3ECE50}"/>
    <dgm:cxn modelId="{07D6A7E5-E15C-4F28-B290-82CBD3706082}" type="presOf" srcId="{E853C133-96F4-4266-B288-FC07C6A6BA9E}" destId="{CBCB0754-EE70-4CFB-B01A-2B338B294B24}" srcOrd="0" destOrd="0" presId="urn:microsoft.com/office/officeart/2005/8/layout/hierarchy3"/>
    <dgm:cxn modelId="{09DF53E9-BC26-4FB1-83E9-2ABC14C766E9}" type="presOf" srcId="{A27AD8D0-AF75-4251-9BC6-862E6B4180F6}" destId="{4E6337E0-11E6-47E1-B1C2-0A610F1B3167}" srcOrd="0" destOrd="0" presId="urn:microsoft.com/office/officeart/2005/8/layout/hierarchy3"/>
    <dgm:cxn modelId="{1C0181FC-E650-432E-8620-D461C76AE3FD}" srcId="{03E4E3B0-38DC-499B-9568-2A33B15F8EEC}" destId="{50D8FB8F-F8BD-49A1-993C-29B6B4C93B23}" srcOrd="2" destOrd="0" parTransId="{A309C8D5-BCB3-44F3-9BAA-5F701C369B98}" sibTransId="{1052D1FF-498D-4A9F-8D67-3A2004DA53C8}"/>
    <dgm:cxn modelId="{990F64FD-4AB1-4312-98ED-C144C6668496}" srcId="{03E4E3B0-38DC-499B-9568-2A33B15F8EEC}" destId="{B5C195D0-3E95-4699-97D8-0C665596EA3F}" srcOrd="0" destOrd="0" parTransId="{02F7F9D8-C06F-40C0-80FF-EDC1B7EEA206}" sibTransId="{8F6FD2CF-A61C-4D51-875F-79E1C9F3281E}"/>
    <dgm:cxn modelId="{6BDFFC78-1CE2-4D6E-BAB1-F313987B70D2}" type="presParOf" srcId="{CD6F6516-51A2-44CF-8A59-7356DB327826}" destId="{DFC1ADA9-2A02-4246-B433-879A4F000413}" srcOrd="0" destOrd="0" presId="urn:microsoft.com/office/officeart/2005/8/layout/hierarchy3"/>
    <dgm:cxn modelId="{5F1DD24A-461C-4D3D-B6F7-F579104BA164}" type="presParOf" srcId="{DFC1ADA9-2A02-4246-B433-879A4F000413}" destId="{5B4D736C-B84E-4F31-B420-97EC7D77EE55}" srcOrd="0" destOrd="0" presId="urn:microsoft.com/office/officeart/2005/8/layout/hierarchy3"/>
    <dgm:cxn modelId="{58D1D250-389F-4A14-B555-AF8BF3658AD8}" type="presParOf" srcId="{5B4D736C-B84E-4F31-B420-97EC7D77EE55}" destId="{9231DB6C-C6C9-48E2-8AF8-99FA7F31E6C4}" srcOrd="0" destOrd="0" presId="urn:microsoft.com/office/officeart/2005/8/layout/hierarchy3"/>
    <dgm:cxn modelId="{09ECB92E-06B1-492F-B983-0C29D51CC7BE}" type="presParOf" srcId="{5B4D736C-B84E-4F31-B420-97EC7D77EE55}" destId="{FA691EC3-F6CA-4415-A81E-E01B95A2F7EA}" srcOrd="1" destOrd="0" presId="urn:microsoft.com/office/officeart/2005/8/layout/hierarchy3"/>
    <dgm:cxn modelId="{D52EEC47-4091-4E5D-8361-8A25300CD3CA}" type="presParOf" srcId="{DFC1ADA9-2A02-4246-B433-879A4F000413}" destId="{21960111-851C-41C2-9FCC-0B2C2EE3FE64}" srcOrd="1" destOrd="0" presId="urn:microsoft.com/office/officeart/2005/8/layout/hierarchy3"/>
    <dgm:cxn modelId="{C042C876-5745-4FBA-9560-FC64DBD99F1A}" type="presParOf" srcId="{21960111-851C-41C2-9FCC-0B2C2EE3FE64}" destId="{7064143C-A836-4513-B168-2CBDF4F1DAD5}" srcOrd="0" destOrd="0" presId="urn:microsoft.com/office/officeart/2005/8/layout/hierarchy3"/>
    <dgm:cxn modelId="{1F8AEDC3-FCAD-4AC9-B03A-68A0FFD3738E}" type="presParOf" srcId="{21960111-851C-41C2-9FCC-0B2C2EE3FE64}" destId="{0F8C0A1D-5183-4135-90DF-EE12369D6E7A}" srcOrd="1" destOrd="0" presId="urn:microsoft.com/office/officeart/2005/8/layout/hierarchy3"/>
    <dgm:cxn modelId="{F764C87F-B4DC-42CE-AD9E-3704A0774AFD}" type="presParOf" srcId="{21960111-851C-41C2-9FCC-0B2C2EE3FE64}" destId="{17B5645C-F828-49EC-9BCD-E7FD3F57DCA4}" srcOrd="2" destOrd="0" presId="urn:microsoft.com/office/officeart/2005/8/layout/hierarchy3"/>
    <dgm:cxn modelId="{E10F86EF-8EDB-4186-B2F6-466948B364B5}" type="presParOf" srcId="{21960111-851C-41C2-9FCC-0B2C2EE3FE64}" destId="{4E6337E0-11E6-47E1-B1C2-0A610F1B3167}" srcOrd="3" destOrd="0" presId="urn:microsoft.com/office/officeart/2005/8/layout/hierarchy3"/>
    <dgm:cxn modelId="{55CC8ACC-9804-419A-A5EE-E2406461920C}" type="presParOf" srcId="{21960111-851C-41C2-9FCC-0B2C2EE3FE64}" destId="{74BE9DE8-20DB-4C9B-8CE3-11DC2801E1E4}" srcOrd="4" destOrd="0" presId="urn:microsoft.com/office/officeart/2005/8/layout/hierarchy3"/>
    <dgm:cxn modelId="{5337B384-3FAC-482B-85A2-A8FFCEDA7425}" type="presParOf" srcId="{21960111-851C-41C2-9FCC-0B2C2EE3FE64}" destId="{52E00B6D-5821-4734-8AD5-0D2F503C7565}" srcOrd="5" destOrd="0" presId="urn:microsoft.com/office/officeart/2005/8/layout/hierarchy3"/>
    <dgm:cxn modelId="{AF72C4D3-0E50-426F-83CF-641971D71AFE}" type="presParOf" srcId="{CD6F6516-51A2-44CF-8A59-7356DB327826}" destId="{D5AFC246-C800-4848-92AC-D3CA44F4DB5B}" srcOrd="1" destOrd="0" presId="urn:microsoft.com/office/officeart/2005/8/layout/hierarchy3"/>
    <dgm:cxn modelId="{EDC2B25F-5B49-44EB-861B-9F61AFB19CC6}" type="presParOf" srcId="{D5AFC246-C800-4848-92AC-D3CA44F4DB5B}" destId="{CBEF9442-1E05-4B9F-BA77-F077A7266853}" srcOrd="0" destOrd="0" presId="urn:microsoft.com/office/officeart/2005/8/layout/hierarchy3"/>
    <dgm:cxn modelId="{D1A41C06-03DF-47FD-9427-1F7DCDF00912}" type="presParOf" srcId="{CBEF9442-1E05-4B9F-BA77-F077A7266853}" destId="{75D3EB81-F357-445F-98FC-4A455BF44FE0}" srcOrd="0" destOrd="0" presId="urn:microsoft.com/office/officeart/2005/8/layout/hierarchy3"/>
    <dgm:cxn modelId="{F265B261-859B-4926-A06D-68996E9E75DC}" type="presParOf" srcId="{CBEF9442-1E05-4B9F-BA77-F077A7266853}" destId="{EB3D3A5E-C34D-4B9C-9E1F-196750DA8501}" srcOrd="1" destOrd="0" presId="urn:microsoft.com/office/officeart/2005/8/layout/hierarchy3"/>
    <dgm:cxn modelId="{0F595C97-17A8-4046-A081-3B822D93E847}" type="presParOf" srcId="{D5AFC246-C800-4848-92AC-D3CA44F4DB5B}" destId="{37F00902-0AEF-4748-9254-3A39D8630C81}" srcOrd="1" destOrd="0" presId="urn:microsoft.com/office/officeart/2005/8/layout/hierarchy3"/>
    <dgm:cxn modelId="{84030F42-B807-4BFD-B9C2-2EB06C5339DC}" type="presParOf" srcId="{37F00902-0AEF-4748-9254-3A39D8630C81}" destId="{CAFBB3D6-2FEC-44FB-B52E-7236A5AC0425}" srcOrd="0" destOrd="0" presId="urn:microsoft.com/office/officeart/2005/8/layout/hierarchy3"/>
    <dgm:cxn modelId="{C133E02F-B1AB-4117-8CE6-46F598AD5CAA}" type="presParOf" srcId="{37F00902-0AEF-4748-9254-3A39D8630C81}" destId="{FC9519AE-5AB2-4FB8-8910-67BA8EAC409E}" srcOrd="1" destOrd="0" presId="urn:microsoft.com/office/officeart/2005/8/layout/hierarchy3"/>
    <dgm:cxn modelId="{8D451D62-6905-436F-B4CD-648D30F7FF61}" type="presParOf" srcId="{37F00902-0AEF-4748-9254-3A39D8630C81}" destId="{9A162A47-FEFE-4BD1-9EFB-A0B59D60C326}" srcOrd="2" destOrd="0" presId="urn:microsoft.com/office/officeart/2005/8/layout/hierarchy3"/>
    <dgm:cxn modelId="{7AF8DC74-B8C3-4B0F-A26B-FD9CCCE7ACC7}" type="presParOf" srcId="{37F00902-0AEF-4748-9254-3A39D8630C81}" destId="{1B0851BD-3E77-48CE-95BA-9025C7F3B031}" srcOrd="3" destOrd="0" presId="urn:microsoft.com/office/officeart/2005/8/layout/hierarchy3"/>
    <dgm:cxn modelId="{3955E074-4E86-4B64-A9EB-784234184B7E}" type="presParOf" srcId="{37F00902-0AEF-4748-9254-3A39D8630C81}" destId="{6E36B705-FA0A-4010-A93B-746D4BE4496D}" srcOrd="4" destOrd="0" presId="urn:microsoft.com/office/officeart/2005/8/layout/hierarchy3"/>
    <dgm:cxn modelId="{0D25EE77-BCEC-4A7F-8C52-D077B4029914}" type="presParOf" srcId="{37F00902-0AEF-4748-9254-3A39D8630C81}" destId="{AD86EAF8-B0B6-4366-831B-815D9457AEE4}" srcOrd="5" destOrd="0" presId="urn:microsoft.com/office/officeart/2005/8/layout/hierarchy3"/>
    <dgm:cxn modelId="{64B5B50D-C0FB-489C-872C-9FA7E449B2C4}" type="presParOf" srcId="{CD6F6516-51A2-44CF-8A59-7356DB327826}" destId="{76775189-925A-4046-A080-B2405C1D3D55}" srcOrd="2" destOrd="0" presId="urn:microsoft.com/office/officeart/2005/8/layout/hierarchy3"/>
    <dgm:cxn modelId="{BE6D52C2-1A6B-4815-A9A4-D2A1660891AA}" type="presParOf" srcId="{76775189-925A-4046-A080-B2405C1D3D55}" destId="{4AEFD872-A43C-4E66-9E49-15684E0310A0}" srcOrd="0" destOrd="0" presId="urn:microsoft.com/office/officeart/2005/8/layout/hierarchy3"/>
    <dgm:cxn modelId="{75053E2B-9CC7-4162-9446-721827C2070D}" type="presParOf" srcId="{4AEFD872-A43C-4E66-9E49-15684E0310A0}" destId="{67258E77-C380-4B5D-848F-A3FC3F147557}" srcOrd="0" destOrd="0" presId="urn:microsoft.com/office/officeart/2005/8/layout/hierarchy3"/>
    <dgm:cxn modelId="{CC672DCB-929F-44E1-ADA0-0F11791120DC}" type="presParOf" srcId="{4AEFD872-A43C-4E66-9E49-15684E0310A0}" destId="{F173C921-72E4-4C50-B5CD-803256BAD633}" srcOrd="1" destOrd="0" presId="urn:microsoft.com/office/officeart/2005/8/layout/hierarchy3"/>
    <dgm:cxn modelId="{F24F7659-6F9B-40ED-8F78-7D901EEACB2E}" type="presParOf" srcId="{76775189-925A-4046-A080-B2405C1D3D55}" destId="{8E14B81D-FDE5-47D8-BB55-A34739FBED9B}" srcOrd="1" destOrd="0" presId="urn:microsoft.com/office/officeart/2005/8/layout/hierarchy3"/>
    <dgm:cxn modelId="{5CCDEBC5-760B-47AE-94F6-2F86778D9ED3}" type="presParOf" srcId="{8E14B81D-FDE5-47D8-BB55-A34739FBED9B}" destId="{759C3668-3315-4534-8A38-705C484ACF40}" srcOrd="0" destOrd="0" presId="urn:microsoft.com/office/officeart/2005/8/layout/hierarchy3"/>
    <dgm:cxn modelId="{5E168EB6-661F-495A-B476-3D2BC7D085D4}" type="presParOf" srcId="{8E14B81D-FDE5-47D8-BB55-A34739FBED9B}" destId="{C5912804-14A1-4EA7-BE3F-8F9A7B817320}" srcOrd="1" destOrd="0" presId="urn:microsoft.com/office/officeart/2005/8/layout/hierarchy3"/>
    <dgm:cxn modelId="{4E3C7982-C1AF-4302-8658-7D28A0C5505E}" type="presParOf" srcId="{8E14B81D-FDE5-47D8-BB55-A34739FBED9B}" destId="{CDB0DF1E-5432-4DBB-BE1F-165E1DE6B162}" srcOrd="2" destOrd="0" presId="urn:microsoft.com/office/officeart/2005/8/layout/hierarchy3"/>
    <dgm:cxn modelId="{B94971C8-09AF-435F-B641-2823465DB1DD}" type="presParOf" srcId="{8E14B81D-FDE5-47D8-BB55-A34739FBED9B}" destId="{7B45E0B3-2F3E-46BF-9380-D2C94D32DF3B}" srcOrd="3" destOrd="0" presId="urn:microsoft.com/office/officeart/2005/8/layout/hierarchy3"/>
    <dgm:cxn modelId="{EFF1B1D8-0D3E-4555-9547-71ACFC572832}" type="presParOf" srcId="{8E14B81D-FDE5-47D8-BB55-A34739FBED9B}" destId="{CBCB0754-EE70-4CFB-B01A-2B338B294B24}" srcOrd="4" destOrd="0" presId="urn:microsoft.com/office/officeart/2005/8/layout/hierarchy3"/>
    <dgm:cxn modelId="{4F8E509D-2C4F-46CF-B02A-26DEA0FE4267}" type="presParOf" srcId="{8E14B81D-FDE5-47D8-BB55-A34739FBED9B}" destId="{E306056A-0673-4AD3-B069-9F7D878E5F64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03E4E3B0-38DC-499B-9568-2A33B15F8EEC}">
      <dgm:prSet/>
      <dgm:spPr/>
      <dgm:t>
        <a:bodyPr/>
        <a:lstStyle/>
        <a:p>
          <a:r>
            <a:rPr lang="es-ES" noProof="1"/>
            <a:t>Unity</a:t>
          </a:r>
        </a:p>
      </dgm:t>
    </dgm:pt>
    <dgm:pt modelId="{192E5C12-58C3-4B28-928A-38175091AB80}" type="parTrans" cxnId="{233F2226-6C60-41E2-B3C3-5EF8F769F2E4}">
      <dgm:prSet/>
      <dgm:spPr/>
      <dgm:t>
        <a:bodyPr/>
        <a:lstStyle/>
        <a:p>
          <a:endParaRPr lang="en-GB"/>
        </a:p>
      </dgm:t>
    </dgm:pt>
    <dgm:pt modelId="{C2451561-42A6-4035-9A55-4993C8C51294}" type="sibTrans" cxnId="{233F2226-6C60-41E2-B3C3-5EF8F769F2E4}">
      <dgm:prSet/>
      <dgm:spPr/>
      <dgm:t>
        <a:bodyPr/>
        <a:lstStyle/>
        <a:p>
          <a:endParaRPr lang="en-GB"/>
        </a:p>
      </dgm:t>
    </dgm:pt>
    <dgm:pt modelId="{707F4F63-023F-487D-A3F6-0804E1B6EE44}">
      <dgm:prSet/>
      <dgm:spPr/>
      <dgm:t>
        <a:bodyPr/>
        <a:lstStyle/>
        <a:p>
          <a:r>
            <a:rPr lang="es-ES" noProof="1"/>
            <a:t>Godot</a:t>
          </a:r>
        </a:p>
      </dgm:t>
    </dgm:pt>
    <dgm:pt modelId="{3A144AD5-EBF4-419E-9491-94E017884189}" type="parTrans" cxnId="{D5FA4769-8C5D-495F-917C-A5BE34D27AD9}">
      <dgm:prSet/>
      <dgm:spPr/>
      <dgm:t>
        <a:bodyPr/>
        <a:lstStyle/>
        <a:p>
          <a:endParaRPr lang="en-GB"/>
        </a:p>
      </dgm:t>
    </dgm:pt>
    <dgm:pt modelId="{6DC43C75-E811-413E-9A1F-BCB6D40D3D1E}" type="sibTrans" cxnId="{D5FA4769-8C5D-495F-917C-A5BE34D27AD9}">
      <dgm:prSet/>
      <dgm:spPr/>
      <dgm:t>
        <a:bodyPr/>
        <a:lstStyle/>
        <a:p>
          <a:endParaRPr lang="en-GB"/>
        </a:p>
      </dgm:t>
    </dgm:pt>
    <dgm:pt modelId="{43F597DB-BF39-464F-9CF6-3EAD5DE355A1}">
      <dgm:prSet/>
      <dgm:spPr/>
      <dgm:t>
        <a:bodyPr/>
        <a:lstStyle/>
        <a:p>
          <a:r>
            <a:rPr lang="es-ES" noProof="1"/>
            <a:t>GameMaker</a:t>
          </a:r>
        </a:p>
      </dgm:t>
    </dgm:pt>
    <dgm:pt modelId="{8142F2A7-F290-41D3-8AE4-DC4C914C0E74}" type="parTrans" cxnId="{FC125F7A-D806-4AA7-ADA3-119797732B07}">
      <dgm:prSet/>
      <dgm:spPr/>
      <dgm:t>
        <a:bodyPr/>
        <a:lstStyle/>
        <a:p>
          <a:endParaRPr lang="en-GB"/>
        </a:p>
      </dgm:t>
    </dgm:pt>
    <dgm:pt modelId="{75781C52-55DD-4FFC-9F48-3ADCA0FC766A}" type="sibTrans" cxnId="{FC125F7A-D806-4AA7-ADA3-119797732B07}">
      <dgm:prSet/>
      <dgm:spPr/>
      <dgm:t>
        <a:bodyPr/>
        <a:lstStyle/>
        <a:p>
          <a:endParaRPr lang="en-GB"/>
        </a:p>
      </dgm:t>
    </dgm:pt>
    <dgm:pt modelId="{B5C195D0-3E95-4699-97D8-0C665596EA3F}">
      <dgm:prSet/>
      <dgm:spPr/>
      <dgm:t>
        <a:bodyPr/>
        <a:lstStyle/>
        <a:p>
          <a:r>
            <a:rPr lang="es-ES" noProof="1"/>
            <a:t>Shader Graph + HLSL</a:t>
          </a:r>
        </a:p>
      </dgm:t>
    </dgm:pt>
    <dgm:pt modelId="{02F7F9D8-C06F-40C0-80FF-EDC1B7EEA206}" type="parTrans" cxnId="{990F64FD-4AB1-4312-98ED-C144C6668496}">
      <dgm:prSet/>
      <dgm:spPr/>
      <dgm:t>
        <a:bodyPr/>
        <a:lstStyle/>
        <a:p>
          <a:endParaRPr lang="en-GB"/>
        </a:p>
      </dgm:t>
    </dgm:pt>
    <dgm:pt modelId="{8F6FD2CF-A61C-4D51-875F-79E1C9F3281E}" type="sibTrans" cxnId="{990F64FD-4AB1-4312-98ED-C144C6668496}">
      <dgm:prSet/>
      <dgm:spPr/>
      <dgm:t>
        <a:bodyPr/>
        <a:lstStyle/>
        <a:p>
          <a:endParaRPr lang="en-GB"/>
        </a:p>
      </dgm:t>
    </dgm:pt>
    <dgm:pt modelId="{4225188D-AAA6-4988-84FA-2FB20CE1F0C8}">
      <dgm:prSet/>
      <dgm:spPr/>
      <dgm:t>
        <a:bodyPr/>
        <a:lstStyle/>
        <a:p>
          <a:r>
            <a:rPr lang="es-ES" noProof="1"/>
            <a:t>Shader Language propio (GLSL-like)</a:t>
          </a:r>
        </a:p>
      </dgm:t>
    </dgm:pt>
    <dgm:pt modelId="{79AC5522-9CFA-49B8-ABFC-7305431D8560}" type="parTrans" cxnId="{4B50B967-6740-4264-B2C4-02786A6F58A5}">
      <dgm:prSet/>
      <dgm:spPr/>
      <dgm:t>
        <a:bodyPr/>
        <a:lstStyle/>
        <a:p>
          <a:endParaRPr lang="en-GB"/>
        </a:p>
      </dgm:t>
    </dgm:pt>
    <dgm:pt modelId="{A92D16B3-8B61-4EBE-9375-4FEB1A1B9C97}" type="sibTrans" cxnId="{4B50B967-6740-4264-B2C4-02786A6F58A5}">
      <dgm:prSet/>
      <dgm:spPr/>
      <dgm:t>
        <a:bodyPr/>
        <a:lstStyle/>
        <a:p>
          <a:endParaRPr lang="en-GB"/>
        </a:p>
      </dgm:t>
    </dgm:pt>
    <dgm:pt modelId="{6C2179EB-6AE0-487B-BD7C-8E9BDE81306B}">
      <dgm:prSet/>
      <dgm:spPr/>
      <dgm:t>
        <a:bodyPr/>
        <a:lstStyle/>
        <a:p>
          <a:r>
            <a:rPr lang="es-ES" noProof="1"/>
            <a:t>Flexible</a:t>
          </a:r>
        </a:p>
      </dgm:t>
    </dgm:pt>
    <dgm:pt modelId="{12D1FFFA-E680-4FE4-AFBA-1A18F2B296A0}" type="parTrans" cxnId="{67EDB9CE-4F21-46F0-B5A4-0240DC40C07A}">
      <dgm:prSet/>
      <dgm:spPr/>
      <dgm:t>
        <a:bodyPr/>
        <a:lstStyle/>
        <a:p>
          <a:endParaRPr lang="en-GB"/>
        </a:p>
      </dgm:t>
    </dgm:pt>
    <dgm:pt modelId="{462C9396-581B-498C-A1BC-3AA098C34FC9}" type="sibTrans" cxnId="{67EDB9CE-4F21-46F0-B5A4-0240DC40C07A}">
      <dgm:prSet/>
      <dgm:spPr/>
      <dgm:t>
        <a:bodyPr/>
        <a:lstStyle/>
        <a:p>
          <a:endParaRPr lang="en-GB"/>
        </a:p>
      </dgm:t>
    </dgm:pt>
    <dgm:pt modelId="{30BA96AB-C184-47E4-B0BF-9B3E9A25088C}">
      <dgm:prSet/>
      <dgm:spPr/>
      <dgm:t>
        <a:bodyPr/>
        <a:lstStyle/>
        <a:p>
          <a:r>
            <a:rPr lang="es-ES" noProof="1"/>
            <a:t>Muy bueno para 2D</a:t>
          </a:r>
        </a:p>
      </dgm:t>
    </dgm:pt>
    <dgm:pt modelId="{2E096476-6C82-4534-B44D-A0E38581C96F}" type="parTrans" cxnId="{FC26D599-1BB7-4139-B9F1-31BA48820153}">
      <dgm:prSet/>
      <dgm:spPr/>
      <dgm:t>
        <a:bodyPr/>
        <a:lstStyle/>
        <a:p>
          <a:endParaRPr lang="en-GB"/>
        </a:p>
      </dgm:t>
    </dgm:pt>
    <dgm:pt modelId="{A23D6F73-9C17-4E35-88B6-E1F856A6AB66}" type="sibTrans" cxnId="{FC26D599-1BB7-4139-B9F1-31BA48820153}">
      <dgm:prSet/>
      <dgm:spPr/>
      <dgm:t>
        <a:bodyPr/>
        <a:lstStyle/>
        <a:p>
          <a:endParaRPr lang="en-GB"/>
        </a:p>
      </dgm:t>
    </dgm:pt>
    <dgm:pt modelId="{9C0461B3-38E7-457D-B305-643958513D73}">
      <dgm:prSet/>
      <dgm:spPr/>
      <dgm:t>
        <a:bodyPr/>
        <a:lstStyle/>
        <a:p>
          <a:r>
            <a:rPr lang="es-ES" noProof="1"/>
            <a:t>Shader basado en GLSL ES</a:t>
          </a:r>
        </a:p>
      </dgm:t>
    </dgm:pt>
    <dgm:pt modelId="{F33B2C96-8B51-441F-A64F-4CF8B04B4F72}" type="parTrans" cxnId="{20C1EEB8-1701-4524-92A2-A79BE36C3C58}">
      <dgm:prSet/>
      <dgm:spPr/>
      <dgm:t>
        <a:bodyPr/>
        <a:lstStyle/>
        <a:p>
          <a:endParaRPr lang="en-GB"/>
        </a:p>
      </dgm:t>
    </dgm:pt>
    <dgm:pt modelId="{1428ECBF-EE26-4D58-8DAD-FBC5D1810599}" type="sibTrans" cxnId="{20C1EEB8-1701-4524-92A2-A79BE36C3C58}">
      <dgm:prSet/>
      <dgm:spPr/>
      <dgm:t>
        <a:bodyPr/>
        <a:lstStyle/>
        <a:p>
          <a:endParaRPr lang="en-GB"/>
        </a:p>
      </dgm:t>
    </dgm:pt>
    <dgm:pt modelId="{E186269F-5A9F-493B-A2E4-606F57BCD891}">
      <dgm:prSet/>
      <dgm:spPr/>
      <dgm:t>
        <a:bodyPr/>
        <a:lstStyle/>
        <a:p>
          <a:r>
            <a:rPr lang="es-ES" noProof="1"/>
            <a:t>Muy potente</a:t>
          </a:r>
        </a:p>
      </dgm:t>
    </dgm:pt>
    <dgm:pt modelId="{2DC38B76-C957-464C-8BB6-78BD7F3C49C5}" type="parTrans" cxnId="{C8091F28-CBDF-43CF-B07B-95F6180952FB}">
      <dgm:prSet/>
      <dgm:spPr/>
      <dgm:t>
        <a:bodyPr/>
        <a:lstStyle/>
        <a:p>
          <a:endParaRPr lang="en-GB"/>
        </a:p>
      </dgm:t>
    </dgm:pt>
    <dgm:pt modelId="{5873899C-0728-4D6C-A994-4A950BE849B2}" type="sibTrans" cxnId="{C8091F28-CBDF-43CF-B07B-95F6180952FB}">
      <dgm:prSet/>
      <dgm:spPr/>
      <dgm:t>
        <a:bodyPr/>
        <a:lstStyle/>
        <a:p>
          <a:endParaRPr lang="en-GB"/>
        </a:p>
      </dgm:t>
    </dgm:pt>
    <dgm:pt modelId="{F8957D76-3A44-4BBA-A9E5-C9256B66EEF6}">
      <dgm:prSet/>
      <dgm:spPr/>
      <dgm:t>
        <a:bodyPr/>
        <a:lstStyle/>
        <a:p>
          <a:pPr>
            <a:buNone/>
          </a:pPr>
          <a:r>
            <a:rPr lang="es-ES" noProof="1"/>
            <a:t>Orientado a proyectos grandes</a:t>
          </a:r>
        </a:p>
      </dgm:t>
    </dgm:pt>
    <dgm:pt modelId="{44F9622C-8E24-486F-A311-E1E128C31B62}" type="parTrans" cxnId="{F1E2E072-55AC-4D32-86CE-A7E0A0086725}">
      <dgm:prSet/>
      <dgm:spPr/>
      <dgm:t>
        <a:bodyPr/>
        <a:lstStyle/>
        <a:p>
          <a:endParaRPr lang="en-GB"/>
        </a:p>
      </dgm:t>
    </dgm:pt>
    <dgm:pt modelId="{FAACF7C4-36B5-4C8E-B4D8-19520680FB5C}" type="sibTrans" cxnId="{F1E2E072-55AC-4D32-86CE-A7E0A0086725}">
      <dgm:prSet/>
      <dgm:spPr/>
      <dgm:t>
        <a:bodyPr/>
        <a:lstStyle/>
        <a:p>
          <a:endParaRPr lang="en-GB"/>
        </a:p>
      </dgm:t>
    </dgm:pt>
    <dgm:pt modelId="{4840B019-3FCF-4AA9-891D-E9E517F474F6}">
      <dgm:prSet/>
      <dgm:spPr/>
      <dgm:t>
        <a:bodyPr/>
        <a:lstStyle/>
        <a:p>
          <a:r>
            <a:rPr lang="es-ES" noProof="1"/>
            <a:t>Más limitado</a:t>
          </a:r>
        </a:p>
      </dgm:t>
    </dgm:pt>
    <dgm:pt modelId="{4136BFD2-19A7-46B7-A704-38B34889A90B}" type="parTrans" cxnId="{A979F36A-AAE4-4302-9B23-64CED355CE1A}">
      <dgm:prSet/>
      <dgm:spPr/>
      <dgm:t>
        <a:bodyPr/>
        <a:lstStyle/>
        <a:p>
          <a:endParaRPr lang="en-GB"/>
        </a:p>
      </dgm:t>
    </dgm:pt>
    <dgm:pt modelId="{20732D14-34CE-4ABF-9847-A232099F848E}" type="sibTrans" cxnId="{A979F36A-AAE4-4302-9B23-64CED355CE1A}">
      <dgm:prSet/>
      <dgm:spPr/>
      <dgm:t>
        <a:bodyPr/>
        <a:lstStyle/>
        <a:p>
          <a:endParaRPr lang="en-GB"/>
        </a:p>
      </dgm:t>
    </dgm:pt>
    <dgm:pt modelId="{5458C2AF-09BF-44BD-8D0D-85E19399F31F}">
      <dgm:prSet/>
      <dgm:spPr/>
      <dgm:t>
        <a:bodyPr/>
        <a:lstStyle/>
        <a:p>
          <a:r>
            <a:rPr lang="es-ES" noProof="1"/>
            <a:t>Suficiente para efectos sencillos</a:t>
          </a:r>
        </a:p>
      </dgm:t>
    </dgm:pt>
    <dgm:pt modelId="{5A2C05DA-4EAC-442A-9D96-3A0631458E0D}" type="parTrans" cxnId="{C04F5D95-0DBD-4329-8260-2AE6EA712773}">
      <dgm:prSet/>
      <dgm:spPr/>
      <dgm:t>
        <a:bodyPr/>
        <a:lstStyle/>
        <a:p>
          <a:endParaRPr lang="en-GB"/>
        </a:p>
      </dgm:t>
    </dgm:pt>
    <dgm:pt modelId="{DB9FD4A0-40D3-44E2-AEC5-CD4CF20BF2C7}" type="sibTrans" cxnId="{C04F5D95-0DBD-4329-8260-2AE6EA712773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C1ADA9-2A02-4246-B433-879A4F000413}" type="pres">
      <dgm:prSet presAssocID="{03E4E3B0-38DC-499B-9568-2A33B15F8EEC}" presName="root" presStyleCnt="0"/>
      <dgm:spPr/>
    </dgm:pt>
    <dgm:pt modelId="{5B4D736C-B84E-4F31-B420-97EC7D77EE55}" type="pres">
      <dgm:prSet presAssocID="{03E4E3B0-38DC-499B-9568-2A33B15F8EEC}" presName="rootComposite" presStyleCnt="0"/>
      <dgm:spPr/>
    </dgm:pt>
    <dgm:pt modelId="{9231DB6C-C6C9-48E2-8AF8-99FA7F31E6C4}" type="pres">
      <dgm:prSet presAssocID="{03E4E3B0-38DC-499B-9568-2A33B15F8EEC}" presName="rootText" presStyleLbl="node1" presStyleIdx="0" presStyleCnt="3"/>
      <dgm:spPr/>
    </dgm:pt>
    <dgm:pt modelId="{FA691EC3-F6CA-4415-A81E-E01B95A2F7EA}" type="pres">
      <dgm:prSet presAssocID="{03E4E3B0-38DC-499B-9568-2A33B15F8EEC}" presName="rootConnector" presStyleLbl="node1" presStyleIdx="0" presStyleCnt="3"/>
      <dgm:spPr/>
    </dgm:pt>
    <dgm:pt modelId="{21960111-851C-41C2-9FCC-0B2C2EE3FE64}" type="pres">
      <dgm:prSet presAssocID="{03E4E3B0-38DC-499B-9568-2A33B15F8EEC}" presName="childShape" presStyleCnt="0"/>
      <dgm:spPr/>
    </dgm:pt>
    <dgm:pt modelId="{7064143C-A836-4513-B168-2CBDF4F1DAD5}" type="pres">
      <dgm:prSet presAssocID="{02F7F9D8-C06F-40C0-80FF-EDC1B7EEA206}" presName="Name13" presStyleLbl="parChTrans1D2" presStyleIdx="0" presStyleCnt="9"/>
      <dgm:spPr/>
    </dgm:pt>
    <dgm:pt modelId="{0F8C0A1D-5183-4135-90DF-EE12369D6E7A}" type="pres">
      <dgm:prSet presAssocID="{B5C195D0-3E95-4699-97D8-0C665596EA3F}" presName="childText" presStyleLbl="bgAcc1" presStyleIdx="0" presStyleCnt="9">
        <dgm:presLayoutVars>
          <dgm:bulletEnabled val="1"/>
        </dgm:presLayoutVars>
      </dgm:prSet>
      <dgm:spPr/>
    </dgm:pt>
    <dgm:pt modelId="{8A4699FB-0E64-4908-BAC5-D55E18760C0B}" type="pres">
      <dgm:prSet presAssocID="{2DC38B76-C957-464C-8BB6-78BD7F3C49C5}" presName="Name13" presStyleLbl="parChTrans1D2" presStyleIdx="1" presStyleCnt="9"/>
      <dgm:spPr/>
    </dgm:pt>
    <dgm:pt modelId="{449307D3-8D20-43DB-9D9E-A5011EBE2E78}" type="pres">
      <dgm:prSet presAssocID="{E186269F-5A9F-493B-A2E4-606F57BCD891}" presName="childText" presStyleLbl="bgAcc1" presStyleIdx="1" presStyleCnt="9">
        <dgm:presLayoutVars>
          <dgm:bulletEnabled val="1"/>
        </dgm:presLayoutVars>
      </dgm:prSet>
      <dgm:spPr/>
    </dgm:pt>
    <dgm:pt modelId="{AC6A83E4-4B42-49D8-BAB0-FCFF635D9ECD}" type="pres">
      <dgm:prSet presAssocID="{44F9622C-8E24-486F-A311-E1E128C31B62}" presName="Name13" presStyleLbl="parChTrans1D2" presStyleIdx="2" presStyleCnt="9"/>
      <dgm:spPr/>
    </dgm:pt>
    <dgm:pt modelId="{0731306B-F4DC-4341-BB10-E1633032CEB3}" type="pres">
      <dgm:prSet presAssocID="{F8957D76-3A44-4BBA-A9E5-C9256B66EEF6}" presName="childText" presStyleLbl="bgAcc1" presStyleIdx="2" presStyleCnt="9">
        <dgm:presLayoutVars>
          <dgm:bulletEnabled val="1"/>
        </dgm:presLayoutVars>
      </dgm:prSet>
      <dgm:spPr/>
    </dgm:pt>
    <dgm:pt modelId="{D5AFC246-C800-4848-92AC-D3CA44F4DB5B}" type="pres">
      <dgm:prSet presAssocID="{707F4F63-023F-487D-A3F6-0804E1B6EE44}" presName="root" presStyleCnt="0"/>
      <dgm:spPr/>
    </dgm:pt>
    <dgm:pt modelId="{CBEF9442-1E05-4B9F-BA77-F077A7266853}" type="pres">
      <dgm:prSet presAssocID="{707F4F63-023F-487D-A3F6-0804E1B6EE44}" presName="rootComposite" presStyleCnt="0"/>
      <dgm:spPr/>
    </dgm:pt>
    <dgm:pt modelId="{75D3EB81-F357-445F-98FC-4A455BF44FE0}" type="pres">
      <dgm:prSet presAssocID="{707F4F63-023F-487D-A3F6-0804E1B6EE44}" presName="rootText" presStyleLbl="node1" presStyleIdx="1" presStyleCnt="3"/>
      <dgm:spPr/>
    </dgm:pt>
    <dgm:pt modelId="{EB3D3A5E-C34D-4B9C-9E1F-196750DA8501}" type="pres">
      <dgm:prSet presAssocID="{707F4F63-023F-487D-A3F6-0804E1B6EE44}" presName="rootConnector" presStyleLbl="node1" presStyleIdx="1" presStyleCnt="3"/>
      <dgm:spPr/>
    </dgm:pt>
    <dgm:pt modelId="{37F00902-0AEF-4748-9254-3A39D8630C81}" type="pres">
      <dgm:prSet presAssocID="{707F4F63-023F-487D-A3F6-0804E1B6EE44}" presName="childShape" presStyleCnt="0"/>
      <dgm:spPr/>
    </dgm:pt>
    <dgm:pt modelId="{CAFBB3D6-2FEC-44FB-B52E-7236A5AC0425}" type="pres">
      <dgm:prSet presAssocID="{79AC5522-9CFA-49B8-ABFC-7305431D8560}" presName="Name13" presStyleLbl="parChTrans1D2" presStyleIdx="3" presStyleCnt="9"/>
      <dgm:spPr/>
    </dgm:pt>
    <dgm:pt modelId="{FC9519AE-5AB2-4FB8-8910-67BA8EAC409E}" type="pres">
      <dgm:prSet presAssocID="{4225188D-AAA6-4988-84FA-2FB20CE1F0C8}" presName="childText" presStyleLbl="bgAcc1" presStyleIdx="3" presStyleCnt="9">
        <dgm:presLayoutVars>
          <dgm:bulletEnabled val="1"/>
        </dgm:presLayoutVars>
      </dgm:prSet>
      <dgm:spPr/>
    </dgm:pt>
    <dgm:pt modelId="{431BD64B-D4C1-4098-B0B6-DD040A875D01}" type="pres">
      <dgm:prSet presAssocID="{12D1FFFA-E680-4FE4-AFBA-1A18F2B296A0}" presName="Name13" presStyleLbl="parChTrans1D2" presStyleIdx="4" presStyleCnt="9"/>
      <dgm:spPr/>
    </dgm:pt>
    <dgm:pt modelId="{52744EB9-2C34-498A-92E5-770DBCE0D7F4}" type="pres">
      <dgm:prSet presAssocID="{6C2179EB-6AE0-487B-BD7C-8E9BDE81306B}" presName="childText" presStyleLbl="bgAcc1" presStyleIdx="4" presStyleCnt="9">
        <dgm:presLayoutVars>
          <dgm:bulletEnabled val="1"/>
        </dgm:presLayoutVars>
      </dgm:prSet>
      <dgm:spPr/>
    </dgm:pt>
    <dgm:pt modelId="{CAD82696-1651-4811-ACB9-5232453B1B1C}" type="pres">
      <dgm:prSet presAssocID="{2E096476-6C82-4534-B44D-A0E38581C96F}" presName="Name13" presStyleLbl="parChTrans1D2" presStyleIdx="5" presStyleCnt="9"/>
      <dgm:spPr/>
    </dgm:pt>
    <dgm:pt modelId="{5952E84A-7661-409F-833A-1D2F46672807}" type="pres">
      <dgm:prSet presAssocID="{30BA96AB-C184-47E4-B0BF-9B3E9A25088C}" presName="childText" presStyleLbl="bgAcc1" presStyleIdx="5" presStyleCnt="9">
        <dgm:presLayoutVars>
          <dgm:bulletEnabled val="1"/>
        </dgm:presLayoutVars>
      </dgm:prSet>
      <dgm:spPr/>
    </dgm:pt>
    <dgm:pt modelId="{76775189-925A-4046-A080-B2405C1D3D55}" type="pres">
      <dgm:prSet presAssocID="{43F597DB-BF39-464F-9CF6-3EAD5DE355A1}" presName="root" presStyleCnt="0"/>
      <dgm:spPr/>
    </dgm:pt>
    <dgm:pt modelId="{4AEFD872-A43C-4E66-9E49-15684E0310A0}" type="pres">
      <dgm:prSet presAssocID="{43F597DB-BF39-464F-9CF6-3EAD5DE355A1}" presName="rootComposite" presStyleCnt="0"/>
      <dgm:spPr/>
    </dgm:pt>
    <dgm:pt modelId="{67258E77-C380-4B5D-848F-A3FC3F147557}" type="pres">
      <dgm:prSet presAssocID="{43F597DB-BF39-464F-9CF6-3EAD5DE355A1}" presName="rootText" presStyleLbl="node1" presStyleIdx="2" presStyleCnt="3"/>
      <dgm:spPr/>
    </dgm:pt>
    <dgm:pt modelId="{F173C921-72E4-4C50-B5CD-803256BAD633}" type="pres">
      <dgm:prSet presAssocID="{43F597DB-BF39-464F-9CF6-3EAD5DE355A1}" presName="rootConnector" presStyleLbl="node1" presStyleIdx="2" presStyleCnt="3"/>
      <dgm:spPr/>
    </dgm:pt>
    <dgm:pt modelId="{8E14B81D-FDE5-47D8-BB55-A34739FBED9B}" type="pres">
      <dgm:prSet presAssocID="{43F597DB-BF39-464F-9CF6-3EAD5DE355A1}" presName="childShape" presStyleCnt="0"/>
      <dgm:spPr/>
    </dgm:pt>
    <dgm:pt modelId="{759C3668-3315-4534-8A38-705C484ACF40}" type="pres">
      <dgm:prSet presAssocID="{F33B2C96-8B51-441F-A64F-4CF8B04B4F72}" presName="Name13" presStyleLbl="parChTrans1D2" presStyleIdx="6" presStyleCnt="9"/>
      <dgm:spPr/>
    </dgm:pt>
    <dgm:pt modelId="{C5912804-14A1-4EA7-BE3F-8F9A7B817320}" type="pres">
      <dgm:prSet presAssocID="{9C0461B3-38E7-457D-B305-643958513D73}" presName="childText" presStyleLbl="bgAcc1" presStyleIdx="6" presStyleCnt="9">
        <dgm:presLayoutVars>
          <dgm:bulletEnabled val="1"/>
        </dgm:presLayoutVars>
      </dgm:prSet>
      <dgm:spPr/>
    </dgm:pt>
    <dgm:pt modelId="{A9046969-4291-4986-A5C9-6239E16C6FCB}" type="pres">
      <dgm:prSet presAssocID="{4136BFD2-19A7-46B7-A704-38B34889A90B}" presName="Name13" presStyleLbl="parChTrans1D2" presStyleIdx="7" presStyleCnt="9"/>
      <dgm:spPr/>
    </dgm:pt>
    <dgm:pt modelId="{71F8C842-2F74-4DE5-B571-94CA7F10DB40}" type="pres">
      <dgm:prSet presAssocID="{4840B019-3FCF-4AA9-891D-E9E517F474F6}" presName="childText" presStyleLbl="bgAcc1" presStyleIdx="7" presStyleCnt="9">
        <dgm:presLayoutVars>
          <dgm:bulletEnabled val="1"/>
        </dgm:presLayoutVars>
      </dgm:prSet>
      <dgm:spPr/>
    </dgm:pt>
    <dgm:pt modelId="{A958A9A9-F3BB-4667-A6FF-A14C513E409B}" type="pres">
      <dgm:prSet presAssocID="{5A2C05DA-4EAC-442A-9D96-3A0631458E0D}" presName="Name13" presStyleLbl="parChTrans1D2" presStyleIdx="8" presStyleCnt="9"/>
      <dgm:spPr/>
    </dgm:pt>
    <dgm:pt modelId="{B4AC880D-AEDE-4553-8AB1-8B3719F21FA1}" type="pres">
      <dgm:prSet presAssocID="{5458C2AF-09BF-44BD-8D0D-85E19399F31F}" presName="childText" presStyleLbl="bgAcc1" presStyleIdx="8" presStyleCnt="9">
        <dgm:presLayoutVars>
          <dgm:bulletEnabled val="1"/>
        </dgm:presLayoutVars>
      </dgm:prSet>
      <dgm:spPr/>
    </dgm:pt>
  </dgm:ptLst>
  <dgm:cxnLst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36898011-92AE-43A9-97BC-08D7DC3723ED}" type="presOf" srcId="{5A2C05DA-4EAC-442A-9D96-3A0631458E0D}" destId="{A958A9A9-F3BB-4667-A6FF-A14C513E409B}" srcOrd="0" destOrd="0" presId="urn:microsoft.com/office/officeart/2005/8/layout/hierarchy3"/>
    <dgm:cxn modelId="{87BF4F15-ADC0-4C30-8C0D-1998AA1AB0BD}" type="presOf" srcId="{707F4F63-023F-487D-A3F6-0804E1B6EE44}" destId="{75D3EB81-F357-445F-98FC-4A455BF44FE0}" srcOrd="0" destOrd="0" presId="urn:microsoft.com/office/officeart/2005/8/layout/hierarchy3"/>
    <dgm:cxn modelId="{0F621F16-8768-49D9-931A-AD8C0C73606A}" type="presOf" srcId="{79AC5522-9CFA-49B8-ABFC-7305431D8560}" destId="{CAFBB3D6-2FEC-44FB-B52E-7236A5AC0425}" srcOrd="0" destOrd="0" presId="urn:microsoft.com/office/officeart/2005/8/layout/hierarchy3"/>
    <dgm:cxn modelId="{233F2226-6C60-41E2-B3C3-5EF8F769F2E4}" srcId="{BDB7CC9A-3BD2-4AAD-A511-80954914245A}" destId="{03E4E3B0-38DC-499B-9568-2A33B15F8EEC}" srcOrd="0" destOrd="0" parTransId="{192E5C12-58C3-4B28-928A-38175091AB80}" sibTransId="{C2451561-42A6-4035-9A55-4993C8C51294}"/>
    <dgm:cxn modelId="{C8091F28-CBDF-43CF-B07B-95F6180952FB}" srcId="{03E4E3B0-38DC-499B-9568-2A33B15F8EEC}" destId="{E186269F-5A9F-493B-A2E4-606F57BCD891}" srcOrd="1" destOrd="0" parTransId="{2DC38B76-C957-464C-8BB6-78BD7F3C49C5}" sibTransId="{5873899C-0728-4D6C-A994-4A950BE849B2}"/>
    <dgm:cxn modelId="{498D3C33-7C66-4DDA-809C-9E57B4E829FD}" type="presOf" srcId="{B5C195D0-3E95-4699-97D8-0C665596EA3F}" destId="{0F8C0A1D-5183-4135-90DF-EE12369D6E7A}" srcOrd="0" destOrd="0" presId="urn:microsoft.com/office/officeart/2005/8/layout/hierarchy3"/>
    <dgm:cxn modelId="{CAABA83B-314F-423C-AE87-30CBF3307EFB}" type="presOf" srcId="{4840B019-3FCF-4AA9-891D-E9E517F474F6}" destId="{71F8C842-2F74-4DE5-B571-94CA7F10DB40}" srcOrd="0" destOrd="0" presId="urn:microsoft.com/office/officeart/2005/8/layout/hierarchy3"/>
    <dgm:cxn modelId="{634AD63C-5C26-4D16-A2DC-8D68EEDCD0ED}" type="presOf" srcId="{9C0461B3-38E7-457D-B305-643958513D73}" destId="{C5912804-14A1-4EA7-BE3F-8F9A7B817320}" srcOrd="0" destOrd="0" presId="urn:microsoft.com/office/officeart/2005/8/layout/hierarchy3"/>
    <dgm:cxn modelId="{3767533D-C9C6-4811-AA69-7E92D61391CD}" type="presOf" srcId="{E186269F-5A9F-493B-A2E4-606F57BCD891}" destId="{449307D3-8D20-43DB-9D9E-A5011EBE2E78}" srcOrd="0" destOrd="0" presId="urn:microsoft.com/office/officeart/2005/8/layout/hierarchy3"/>
    <dgm:cxn modelId="{2C5C9E3F-8AA2-4CE5-A239-7DB33BC70E27}" type="presOf" srcId="{4136BFD2-19A7-46B7-A704-38B34889A90B}" destId="{A9046969-4291-4986-A5C9-6239E16C6FCB}" srcOrd="0" destOrd="0" presId="urn:microsoft.com/office/officeart/2005/8/layout/hierarchy3"/>
    <dgm:cxn modelId="{78978263-D27B-4B92-9619-965523B4F499}" type="presOf" srcId="{2E096476-6C82-4534-B44D-A0E38581C96F}" destId="{CAD82696-1651-4811-ACB9-5232453B1B1C}" srcOrd="0" destOrd="0" presId="urn:microsoft.com/office/officeart/2005/8/layout/hierarchy3"/>
    <dgm:cxn modelId="{4B50B967-6740-4264-B2C4-02786A6F58A5}" srcId="{707F4F63-023F-487D-A3F6-0804E1B6EE44}" destId="{4225188D-AAA6-4988-84FA-2FB20CE1F0C8}" srcOrd="0" destOrd="0" parTransId="{79AC5522-9CFA-49B8-ABFC-7305431D8560}" sibTransId="{A92D16B3-8B61-4EBE-9375-4FEB1A1B9C97}"/>
    <dgm:cxn modelId="{D5FA4769-8C5D-495F-917C-A5BE34D27AD9}" srcId="{BDB7CC9A-3BD2-4AAD-A511-80954914245A}" destId="{707F4F63-023F-487D-A3F6-0804E1B6EE44}" srcOrd="1" destOrd="0" parTransId="{3A144AD5-EBF4-419E-9491-94E017884189}" sibTransId="{6DC43C75-E811-413E-9A1F-BCB6D40D3D1E}"/>
    <dgm:cxn modelId="{D466786A-88B5-47D9-8911-F4B9C4AAE616}" type="presOf" srcId="{12D1FFFA-E680-4FE4-AFBA-1A18F2B296A0}" destId="{431BD64B-D4C1-4098-B0B6-DD040A875D01}" srcOrd="0" destOrd="0" presId="urn:microsoft.com/office/officeart/2005/8/layout/hierarchy3"/>
    <dgm:cxn modelId="{A979F36A-AAE4-4302-9B23-64CED355CE1A}" srcId="{43F597DB-BF39-464F-9CF6-3EAD5DE355A1}" destId="{4840B019-3FCF-4AA9-891D-E9E517F474F6}" srcOrd="1" destOrd="0" parTransId="{4136BFD2-19A7-46B7-A704-38B34889A90B}" sibTransId="{20732D14-34CE-4ABF-9847-A232099F848E}"/>
    <dgm:cxn modelId="{E46B2E71-E210-4214-921A-8A85A1E40021}" type="presOf" srcId="{30BA96AB-C184-47E4-B0BF-9B3E9A25088C}" destId="{5952E84A-7661-409F-833A-1D2F46672807}" srcOrd="0" destOrd="0" presId="urn:microsoft.com/office/officeart/2005/8/layout/hierarchy3"/>
    <dgm:cxn modelId="{F1E2E072-55AC-4D32-86CE-A7E0A0086725}" srcId="{03E4E3B0-38DC-499B-9568-2A33B15F8EEC}" destId="{F8957D76-3A44-4BBA-A9E5-C9256B66EEF6}" srcOrd="2" destOrd="0" parTransId="{44F9622C-8E24-486F-A311-E1E128C31B62}" sibTransId="{FAACF7C4-36B5-4C8E-B4D8-19520680FB5C}"/>
    <dgm:cxn modelId="{FC125F7A-D806-4AA7-ADA3-119797732B07}" srcId="{BDB7CC9A-3BD2-4AAD-A511-80954914245A}" destId="{43F597DB-BF39-464F-9CF6-3EAD5DE355A1}" srcOrd="2" destOrd="0" parTransId="{8142F2A7-F290-41D3-8AE4-DC4C914C0E74}" sibTransId="{75781C52-55DD-4FFC-9F48-3ADCA0FC766A}"/>
    <dgm:cxn modelId="{02F73D84-9AD5-4C81-AFE2-DC41F05FA9DE}" type="presOf" srcId="{43F597DB-BF39-464F-9CF6-3EAD5DE355A1}" destId="{67258E77-C380-4B5D-848F-A3FC3F147557}" srcOrd="0" destOrd="0" presId="urn:microsoft.com/office/officeart/2005/8/layout/hierarchy3"/>
    <dgm:cxn modelId="{6CD56E93-8EB8-40D8-B292-FCD28362948E}" type="presOf" srcId="{5458C2AF-09BF-44BD-8D0D-85E19399F31F}" destId="{B4AC880D-AEDE-4553-8AB1-8B3719F21FA1}" srcOrd="0" destOrd="0" presId="urn:microsoft.com/office/officeart/2005/8/layout/hierarchy3"/>
    <dgm:cxn modelId="{C04F5D95-0DBD-4329-8260-2AE6EA712773}" srcId="{43F597DB-BF39-464F-9CF6-3EAD5DE355A1}" destId="{5458C2AF-09BF-44BD-8D0D-85E19399F31F}" srcOrd="2" destOrd="0" parTransId="{5A2C05DA-4EAC-442A-9D96-3A0631458E0D}" sibTransId="{DB9FD4A0-40D3-44E2-AEC5-CD4CF20BF2C7}"/>
    <dgm:cxn modelId="{86DAFA96-6EA0-4A35-97A3-FC97B875A7E5}" type="presOf" srcId="{6C2179EB-6AE0-487B-BD7C-8E9BDE81306B}" destId="{52744EB9-2C34-498A-92E5-770DBCE0D7F4}" srcOrd="0" destOrd="0" presId="urn:microsoft.com/office/officeart/2005/8/layout/hierarchy3"/>
    <dgm:cxn modelId="{FC26D599-1BB7-4139-B9F1-31BA48820153}" srcId="{707F4F63-023F-487D-A3F6-0804E1B6EE44}" destId="{30BA96AB-C184-47E4-B0BF-9B3E9A25088C}" srcOrd="2" destOrd="0" parTransId="{2E096476-6C82-4534-B44D-A0E38581C96F}" sibTransId="{A23D6F73-9C17-4E35-88B6-E1F856A6AB66}"/>
    <dgm:cxn modelId="{13A9319B-FD26-462C-AE33-F57A7C2382F3}" type="presOf" srcId="{707F4F63-023F-487D-A3F6-0804E1B6EE44}" destId="{EB3D3A5E-C34D-4B9C-9E1F-196750DA8501}" srcOrd="1" destOrd="0" presId="urn:microsoft.com/office/officeart/2005/8/layout/hierarchy3"/>
    <dgm:cxn modelId="{07B8A2B3-3ACD-4CE2-BDB3-6C0AEA635026}" type="presOf" srcId="{03E4E3B0-38DC-499B-9568-2A33B15F8EEC}" destId="{9231DB6C-C6C9-48E2-8AF8-99FA7F31E6C4}" srcOrd="0" destOrd="0" presId="urn:microsoft.com/office/officeart/2005/8/layout/hierarchy3"/>
    <dgm:cxn modelId="{20C1EEB8-1701-4524-92A2-A79BE36C3C58}" srcId="{43F597DB-BF39-464F-9CF6-3EAD5DE355A1}" destId="{9C0461B3-38E7-457D-B305-643958513D73}" srcOrd="0" destOrd="0" parTransId="{F33B2C96-8B51-441F-A64F-4CF8B04B4F72}" sibTransId="{1428ECBF-EE26-4D58-8DAD-FBC5D1810599}"/>
    <dgm:cxn modelId="{1DCB1ECC-854F-4A4F-8F89-9E72071EF363}" type="presOf" srcId="{4225188D-AAA6-4988-84FA-2FB20CE1F0C8}" destId="{FC9519AE-5AB2-4FB8-8910-67BA8EAC409E}" srcOrd="0" destOrd="0" presId="urn:microsoft.com/office/officeart/2005/8/layout/hierarchy3"/>
    <dgm:cxn modelId="{D87869CD-D8B7-4701-9D6D-DD10459F1AED}" type="presOf" srcId="{2DC38B76-C957-464C-8BB6-78BD7F3C49C5}" destId="{8A4699FB-0E64-4908-BAC5-D55E18760C0B}" srcOrd="0" destOrd="0" presId="urn:microsoft.com/office/officeart/2005/8/layout/hierarchy3"/>
    <dgm:cxn modelId="{67EDB9CE-4F21-46F0-B5A4-0240DC40C07A}" srcId="{707F4F63-023F-487D-A3F6-0804E1B6EE44}" destId="{6C2179EB-6AE0-487B-BD7C-8E9BDE81306B}" srcOrd="1" destOrd="0" parTransId="{12D1FFFA-E680-4FE4-AFBA-1A18F2B296A0}" sibTransId="{462C9396-581B-498C-A1BC-3AA098C34FC9}"/>
    <dgm:cxn modelId="{CF6AADD0-92D9-4F22-8546-029B69CAD9B4}" type="presOf" srcId="{F8957D76-3A44-4BBA-A9E5-C9256B66EEF6}" destId="{0731306B-F4DC-4341-BB10-E1633032CEB3}" srcOrd="0" destOrd="0" presId="urn:microsoft.com/office/officeart/2005/8/layout/hierarchy3"/>
    <dgm:cxn modelId="{DDE854D8-D5C3-4E79-8BD5-92AA1D7372BE}" type="presOf" srcId="{03E4E3B0-38DC-499B-9568-2A33B15F8EEC}" destId="{FA691EC3-F6CA-4415-A81E-E01B95A2F7EA}" srcOrd="1" destOrd="0" presId="urn:microsoft.com/office/officeart/2005/8/layout/hierarchy3"/>
    <dgm:cxn modelId="{B84F8EE6-E43D-4197-AD04-E513765400A6}" type="presOf" srcId="{02F7F9D8-C06F-40C0-80FF-EDC1B7EEA206}" destId="{7064143C-A836-4513-B168-2CBDF4F1DAD5}" srcOrd="0" destOrd="0" presId="urn:microsoft.com/office/officeart/2005/8/layout/hierarchy3"/>
    <dgm:cxn modelId="{0BCB00F2-8477-408C-8E88-70FD0C842C58}" type="presOf" srcId="{F33B2C96-8B51-441F-A64F-4CF8B04B4F72}" destId="{759C3668-3315-4534-8A38-705C484ACF40}" srcOrd="0" destOrd="0" presId="urn:microsoft.com/office/officeart/2005/8/layout/hierarchy3"/>
    <dgm:cxn modelId="{1FFFE4F9-AB68-4D9F-8CD8-F8201408090E}" type="presOf" srcId="{43F597DB-BF39-464F-9CF6-3EAD5DE355A1}" destId="{F173C921-72E4-4C50-B5CD-803256BAD633}" srcOrd="1" destOrd="0" presId="urn:microsoft.com/office/officeart/2005/8/layout/hierarchy3"/>
    <dgm:cxn modelId="{CC930FFD-C183-46C6-90B6-F5191678318F}" type="presOf" srcId="{44F9622C-8E24-486F-A311-E1E128C31B62}" destId="{AC6A83E4-4B42-49D8-BAB0-FCFF635D9ECD}" srcOrd="0" destOrd="0" presId="urn:microsoft.com/office/officeart/2005/8/layout/hierarchy3"/>
    <dgm:cxn modelId="{990F64FD-4AB1-4312-98ED-C144C6668496}" srcId="{03E4E3B0-38DC-499B-9568-2A33B15F8EEC}" destId="{B5C195D0-3E95-4699-97D8-0C665596EA3F}" srcOrd="0" destOrd="0" parTransId="{02F7F9D8-C06F-40C0-80FF-EDC1B7EEA206}" sibTransId="{8F6FD2CF-A61C-4D51-875F-79E1C9F3281E}"/>
    <dgm:cxn modelId="{05F6F777-A0A6-479B-9CD1-6303B8C7FB15}" type="presParOf" srcId="{CD6F6516-51A2-44CF-8A59-7356DB327826}" destId="{DFC1ADA9-2A02-4246-B433-879A4F000413}" srcOrd="0" destOrd="0" presId="urn:microsoft.com/office/officeart/2005/8/layout/hierarchy3"/>
    <dgm:cxn modelId="{F693D967-54C9-40E5-9319-752D2F8AC01E}" type="presParOf" srcId="{DFC1ADA9-2A02-4246-B433-879A4F000413}" destId="{5B4D736C-B84E-4F31-B420-97EC7D77EE55}" srcOrd="0" destOrd="0" presId="urn:microsoft.com/office/officeart/2005/8/layout/hierarchy3"/>
    <dgm:cxn modelId="{AD44E04D-8AD6-4EFF-BF95-1F94362D4EFD}" type="presParOf" srcId="{5B4D736C-B84E-4F31-B420-97EC7D77EE55}" destId="{9231DB6C-C6C9-48E2-8AF8-99FA7F31E6C4}" srcOrd="0" destOrd="0" presId="urn:microsoft.com/office/officeart/2005/8/layout/hierarchy3"/>
    <dgm:cxn modelId="{28F3924B-80CD-45B9-8570-854C504D0B23}" type="presParOf" srcId="{5B4D736C-B84E-4F31-B420-97EC7D77EE55}" destId="{FA691EC3-F6CA-4415-A81E-E01B95A2F7EA}" srcOrd="1" destOrd="0" presId="urn:microsoft.com/office/officeart/2005/8/layout/hierarchy3"/>
    <dgm:cxn modelId="{350BB6CD-528F-4925-8737-A733987FB2BB}" type="presParOf" srcId="{DFC1ADA9-2A02-4246-B433-879A4F000413}" destId="{21960111-851C-41C2-9FCC-0B2C2EE3FE64}" srcOrd="1" destOrd="0" presId="urn:microsoft.com/office/officeart/2005/8/layout/hierarchy3"/>
    <dgm:cxn modelId="{177CB453-6642-4B15-9E67-4B26038DAB85}" type="presParOf" srcId="{21960111-851C-41C2-9FCC-0B2C2EE3FE64}" destId="{7064143C-A836-4513-B168-2CBDF4F1DAD5}" srcOrd="0" destOrd="0" presId="urn:microsoft.com/office/officeart/2005/8/layout/hierarchy3"/>
    <dgm:cxn modelId="{7A65395B-2159-4B53-A59B-2C0279EEDCD4}" type="presParOf" srcId="{21960111-851C-41C2-9FCC-0B2C2EE3FE64}" destId="{0F8C0A1D-5183-4135-90DF-EE12369D6E7A}" srcOrd="1" destOrd="0" presId="urn:microsoft.com/office/officeart/2005/8/layout/hierarchy3"/>
    <dgm:cxn modelId="{237FABE2-3A77-4B09-B8C4-8461A48C5B08}" type="presParOf" srcId="{21960111-851C-41C2-9FCC-0B2C2EE3FE64}" destId="{8A4699FB-0E64-4908-BAC5-D55E18760C0B}" srcOrd="2" destOrd="0" presId="urn:microsoft.com/office/officeart/2005/8/layout/hierarchy3"/>
    <dgm:cxn modelId="{BEFBCEBD-B5B0-45D8-A9BB-A14E57D83D3D}" type="presParOf" srcId="{21960111-851C-41C2-9FCC-0B2C2EE3FE64}" destId="{449307D3-8D20-43DB-9D9E-A5011EBE2E78}" srcOrd="3" destOrd="0" presId="urn:microsoft.com/office/officeart/2005/8/layout/hierarchy3"/>
    <dgm:cxn modelId="{106A6030-FF08-4C25-82C9-EC7F461E17D6}" type="presParOf" srcId="{21960111-851C-41C2-9FCC-0B2C2EE3FE64}" destId="{AC6A83E4-4B42-49D8-BAB0-FCFF635D9ECD}" srcOrd="4" destOrd="0" presId="urn:microsoft.com/office/officeart/2005/8/layout/hierarchy3"/>
    <dgm:cxn modelId="{43820353-6FC7-49ED-831E-EDB65339F26B}" type="presParOf" srcId="{21960111-851C-41C2-9FCC-0B2C2EE3FE64}" destId="{0731306B-F4DC-4341-BB10-E1633032CEB3}" srcOrd="5" destOrd="0" presId="urn:microsoft.com/office/officeart/2005/8/layout/hierarchy3"/>
    <dgm:cxn modelId="{D853B429-C9AC-4A05-8D08-A5188D946FAE}" type="presParOf" srcId="{CD6F6516-51A2-44CF-8A59-7356DB327826}" destId="{D5AFC246-C800-4848-92AC-D3CA44F4DB5B}" srcOrd="1" destOrd="0" presId="urn:microsoft.com/office/officeart/2005/8/layout/hierarchy3"/>
    <dgm:cxn modelId="{552493A1-FC4C-4FCF-A9DC-35F4B44BBDD8}" type="presParOf" srcId="{D5AFC246-C800-4848-92AC-D3CA44F4DB5B}" destId="{CBEF9442-1E05-4B9F-BA77-F077A7266853}" srcOrd="0" destOrd="0" presId="urn:microsoft.com/office/officeart/2005/8/layout/hierarchy3"/>
    <dgm:cxn modelId="{FDEF08ED-491F-4AB0-8B90-9C0DE7BAFAF8}" type="presParOf" srcId="{CBEF9442-1E05-4B9F-BA77-F077A7266853}" destId="{75D3EB81-F357-445F-98FC-4A455BF44FE0}" srcOrd="0" destOrd="0" presId="urn:microsoft.com/office/officeart/2005/8/layout/hierarchy3"/>
    <dgm:cxn modelId="{3C6D8891-C6D2-41E5-98BC-9BE750B3A54F}" type="presParOf" srcId="{CBEF9442-1E05-4B9F-BA77-F077A7266853}" destId="{EB3D3A5E-C34D-4B9C-9E1F-196750DA8501}" srcOrd="1" destOrd="0" presId="urn:microsoft.com/office/officeart/2005/8/layout/hierarchy3"/>
    <dgm:cxn modelId="{FD68DB9C-B7DD-4404-994F-7F94DCF9A63B}" type="presParOf" srcId="{D5AFC246-C800-4848-92AC-D3CA44F4DB5B}" destId="{37F00902-0AEF-4748-9254-3A39D8630C81}" srcOrd="1" destOrd="0" presId="urn:microsoft.com/office/officeart/2005/8/layout/hierarchy3"/>
    <dgm:cxn modelId="{8851269E-9E47-4EE2-ADBA-C6C464C2EA88}" type="presParOf" srcId="{37F00902-0AEF-4748-9254-3A39D8630C81}" destId="{CAFBB3D6-2FEC-44FB-B52E-7236A5AC0425}" srcOrd="0" destOrd="0" presId="urn:microsoft.com/office/officeart/2005/8/layout/hierarchy3"/>
    <dgm:cxn modelId="{1238534C-DE27-4E1F-A7AD-C2B8E44DD02D}" type="presParOf" srcId="{37F00902-0AEF-4748-9254-3A39D8630C81}" destId="{FC9519AE-5AB2-4FB8-8910-67BA8EAC409E}" srcOrd="1" destOrd="0" presId="urn:microsoft.com/office/officeart/2005/8/layout/hierarchy3"/>
    <dgm:cxn modelId="{5B32FB01-E982-4061-AB63-C2BC6411171C}" type="presParOf" srcId="{37F00902-0AEF-4748-9254-3A39D8630C81}" destId="{431BD64B-D4C1-4098-B0B6-DD040A875D01}" srcOrd="2" destOrd="0" presId="urn:microsoft.com/office/officeart/2005/8/layout/hierarchy3"/>
    <dgm:cxn modelId="{F6183EC7-345E-43DB-9DA3-6B19B5CEE982}" type="presParOf" srcId="{37F00902-0AEF-4748-9254-3A39D8630C81}" destId="{52744EB9-2C34-498A-92E5-770DBCE0D7F4}" srcOrd="3" destOrd="0" presId="urn:microsoft.com/office/officeart/2005/8/layout/hierarchy3"/>
    <dgm:cxn modelId="{03825424-86C0-4799-B1BF-71254C020D77}" type="presParOf" srcId="{37F00902-0AEF-4748-9254-3A39D8630C81}" destId="{CAD82696-1651-4811-ACB9-5232453B1B1C}" srcOrd="4" destOrd="0" presId="urn:microsoft.com/office/officeart/2005/8/layout/hierarchy3"/>
    <dgm:cxn modelId="{D12F8304-2CDF-4D05-8104-CDA1B34276F1}" type="presParOf" srcId="{37F00902-0AEF-4748-9254-3A39D8630C81}" destId="{5952E84A-7661-409F-833A-1D2F46672807}" srcOrd="5" destOrd="0" presId="urn:microsoft.com/office/officeart/2005/8/layout/hierarchy3"/>
    <dgm:cxn modelId="{AB9101EB-4537-4D0C-B226-7C967C57782F}" type="presParOf" srcId="{CD6F6516-51A2-44CF-8A59-7356DB327826}" destId="{76775189-925A-4046-A080-B2405C1D3D55}" srcOrd="2" destOrd="0" presId="urn:microsoft.com/office/officeart/2005/8/layout/hierarchy3"/>
    <dgm:cxn modelId="{8EAE2907-F2BE-4D09-9B32-2D15717E9008}" type="presParOf" srcId="{76775189-925A-4046-A080-B2405C1D3D55}" destId="{4AEFD872-A43C-4E66-9E49-15684E0310A0}" srcOrd="0" destOrd="0" presId="urn:microsoft.com/office/officeart/2005/8/layout/hierarchy3"/>
    <dgm:cxn modelId="{533DA125-4245-452C-BF32-D7838DA8C48A}" type="presParOf" srcId="{4AEFD872-A43C-4E66-9E49-15684E0310A0}" destId="{67258E77-C380-4B5D-848F-A3FC3F147557}" srcOrd="0" destOrd="0" presId="urn:microsoft.com/office/officeart/2005/8/layout/hierarchy3"/>
    <dgm:cxn modelId="{92AC1C55-6274-40AF-9CCD-FB9722FD0130}" type="presParOf" srcId="{4AEFD872-A43C-4E66-9E49-15684E0310A0}" destId="{F173C921-72E4-4C50-B5CD-803256BAD633}" srcOrd="1" destOrd="0" presId="urn:microsoft.com/office/officeart/2005/8/layout/hierarchy3"/>
    <dgm:cxn modelId="{1B0FF794-8213-4F95-BF57-581AAB9CBF0D}" type="presParOf" srcId="{76775189-925A-4046-A080-B2405C1D3D55}" destId="{8E14B81D-FDE5-47D8-BB55-A34739FBED9B}" srcOrd="1" destOrd="0" presId="urn:microsoft.com/office/officeart/2005/8/layout/hierarchy3"/>
    <dgm:cxn modelId="{98F26DD0-0EA1-4D5C-B7F9-0A2A1995F4F7}" type="presParOf" srcId="{8E14B81D-FDE5-47D8-BB55-A34739FBED9B}" destId="{759C3668-3315-4534-8A38-705C484ACF40}" srcOrd="0" destOrd="0" presId="urn:microsoft.com/office/officeart/2005/8/layout/hierarchy3"/>
    <dgm:cxn modelId="{201DD932-A772-479B-94F8-B2819DF44CE0}" type="presParOf" srcId="{8E14B81D-FDE5-47D8-BB55-A34739FBED9B}" destId="{C5912804-14A1-4EA7-BE3F-8F9A7B817320}" srcOrd="1" destOrd="0" presId="urn:microsoft.com/office/officeart/2005/8/layout/hierarchy3"/>
    <dgm:cxn modelId="{1069DCB6-EC5E-45FB-A8DE-10C1BE49B47C}" type="presParOf" srcId="{8E14B81D-FDE5-47D8-BB55-A34739FBED9B}" destId="{A9046969-4291-4986-A5C9-6239E16C6FCB}" srcOrd="2" destOrd="0" presId="urn:microsoft.com/office/officeart/2005/8/layout/hierarchy3"/>
    <dgm:cxn modelId="{0A07F19D-46F5-4DFC-861B-161E9F075CE3}" type="presParOf" srcId="{8E14B81D-FDE5-47D8-BB55-A34739FBED9B}" destId="{71F8C842-2F74-4DE5-B571-94CA7F10DB40}" srcOrd="3" destOrd="0" presId="urn:microsoft.com/office/officeart/2005/8/layout/hierarchy3"/>
    <dgm:cxn modelId="{B69089F5-CE70-43A0-8831-53D6C7BDE622}" type="presParOf" srcId="{8E14B81D-FDE5-47D8-BB55-A34739FBED9B}" destId="{A958A9A9-F3BB-4667-A6FF-A14C513E409B}" srcOrd="4" destOrd="0" presId="urn:microsoft.com/office/officeart/2005/8/layout/hierarchy3"/>
    <dgm:cxn modelId="{BF49E97D-AF2F-4B8C-BCE7-514A676ECAD9}" type="presParOf" srcId="{8E14B81D-FDE5-47D8-BB55-A34739FBED9B}" destId="{B4AC880D-AEDE-4553-8AB1-8B3719F21FA1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chevron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0036F966-B5CE-49AC-BA8B-9929104C26B5}">
      <dgm:prSet phldrT="[Text]" phldr="0"/>
      <dgm:spPr/>
      <dgm:t>
        <a:bodyPr/>
        <a:lstStyle/>
        <a:p>
          <a:r>
            <a:rPr lang="es-ES" noProof="1"/>
            <a:t>Gran cantidad de tutoriales disponibles.</a:t>
          </a:r>
        </a:p>
      </dgm:t>
    </dgm:pt>
    <dgm:pt modelId="{2256362E-ACA3-4EAC-A909-6D346BAD5CF7}" type="parTrans" cxnId="{A9D38D6D-2D7D-4E97-8777-D433932DBF41}">
      <dgm:prSet/>
      <dgm:spPr/>
      <dgm:t>
        <a:bodyPr/>
        <a:lstStyle/>
        <a:p>
          <a:endParaRPr lang="en-GB"/>
        </a:p>
      </dgm:t>
    </dgm:pt>
    <dgm:pt modelId="{2A9388A9-45BD-4145-897F-9B46AA0908D4}" type="sibTrans" cxnId="{A9D38D6D-2D7D-4E97-8777-D433932DBF41}">
      <dgm:prSet/>
      <dgm:spPr/>
      <dgm:t>
        <a:bodyPr/>
        <a:lstStyle/>
        <a:p>
          <a:endParaRPr lang="en-GB"/>
        </a:p>
      </dgm:t>
    </dgm:pt>
    <dgm:pt modelId="{A3AE1AE8-9C2A-445D-95FE-8AEA375FD916}">
      <dgm:prSet phldrT="[Text]" phldr="0"/>
      <dgm:spPr/>
      <dgm:t>
        <a:bodyPr/>
        <a:lstStyle/>
        <a:p>
          <a:r>
            <a:rPr lang="es-ES" noProof="1"/>
            <a:t>Flujo de trabajo muy intuitivo.</a:t>
          </a:r>
        </a:p>
      </dgm:t>
    </dgm:pt>
    <dgm:pt modelId="{202E6090-242F-4807-B819-A7943F7E22A9}" type="parTrans" cxnId="{09775C3B-3131-43ED-A721-CD49AE267081}">
      <dgm:prSet/>
      <dgm:spPr/>
      <dgm:t>
        <a:bodyPr/>
        <a:lstStyle/>
        <a:p>
          <a:endParaRPr lang="en-GB"/>
        </a:p>
      </dgm:t>
    </dgm:pt>
    <dgm:pt modelId="{68660A39-2706-4C82-9112-FC44C5816803}" type="sibTrans" cxnId="{09775C3B-3131-43ED-A721-CD49AE267081}">
      <dgm:prSet/>
      <dgm:spPr/>
      <dgm:t>
        <a:bodyPr/>
        <a:lstStyle/>
        <a:p>
          <a:endParaRPr lang="en-GB"/>
        </a:p>
      </dgm:t>
    </dgm:pt>
    <dgm:pt modelId="{F8DEBC43-34FB-429F-BD92-805BD35A941B}">
      <dgm:prSet phldrT="[Text]" phldr="0"/>
      <dgm:spPr/>
      <dgm:t>
        <a:bodyPr/>
        <a:lstStyle/>
        <a:p>
          <a:r>
            <a:rPr lang="es-ES" noProof="1"/>
            <a:t>Dificultades encontradas</a:t>
          </a:r>
        </a:p>
      </dgm:t>
    </dgm:pt>
    <dgm:pt modelId="{1F2C00BD-AE05-411C-AAC9-4CB68E318647}" type="parTrans" cxnId="{F7E1BC5E-D31D-45D1-B0BD-2A7927767E4C}">
      <dgm:prSet/>
      <dgm:spPr/>
      <dgm:t>
        <a:bodyPr/>
        <a:lstStyle/>
        <a:p>
          <a:endParaRPr lang="en-GB"/>
        </a:p>
      </dgm:t>
    </dgm:pt>
    <dgm:pt modelId="{1BEDD31B-365C-44F2-B75B-AD7C8E5B3A4E}" type="sibTrans" cxnId="{F7E1BC5E-D31D-45D1-B0BD-2A7927767E4C}">
      <dgm:prSet/>
      <dgm:spPr/>
      <dgm:t>
        <a:bodyPr/>
        <a:lstStyle/>
        <a:p>
          <a:endParaRPr lang="en-GB"/>
        </a:p>
      </dgm:t>
    </dgm:pt>
    <dgm:pt modelId="{CCC64A2D-5E7C-4625-8620-7E906237BAEA}">
      <dgm:prSet phldrT="[Text]" phldr="0"/>
      <dgm:spPr/>
      <dgm:t>
        <a:bodyPr/>
        <a:lstStyle/>
        <a:p>
          <a:r>
            <a:rPr lang="en-GB" dirty="0" err="1"/>
            <a:t>Tiempos</a:t>
          </a:r>
          <a:r>
            <a:rPr lang="en-GB" dirty="0"/>
            <a:t> de </a:t>
          </a:r>
          <a:r>
            <a:rPr lang="en-GB" dirty="0" err="1"/>
            <a:t>compilación</a:t>
          </a:r>
          <a:r>
            <a:rPr lang="en-GB" dirty="0"/>
            <a:t> </a:t>
          </a:r>
          <a:r>
            <a:rPr lang="en-GB" dirty="0" err="1"/>
            <a:t>elevados</a:t>
          </a:r>
          <a:r>
            <a:rPr lang="en-GB" dirty="0"/>
            <a:t>. </a:t>
          </a:r>
          <a:endParaRPr lang="es-ES" noProof="1"/>
        </a:p>
      </dgm:t>
    </dgm:pt>
    <dgm:pt modelId="{495A645D-E339-412E-9F5C-D28A20D831EA}" type="parTrans" cxnId="{BA58FE0D-A4DE-44F4-B118-9BDDB48658D9}">
      <dgm:prSet/>
      <dgm:spPr/>
      <dgm:t>
        <a:bodyPr/>
        <a:lstStyle/>
        <a:p>
          <a:endParaRPr lang="en-GB"/>
        </a:p>
      </dgm:t>
    </dgm:pt>
    <dgm:pt modelId="{4B05A9DC-1A6C-4088-AE95-80948719445D}" type="sibTrans" cxnId="{BA58FE0D-A4DE-44F4-B118-9BDDB48658D9}">
      <dgm:prSet/>
      <dgm:spPr/>
      <dgm:t>
        <a:bodyPr/>
        <a:lstStyle/>
        <a:p>
          <a:endParaRPr lang="en-GB"/>
        </a:p>
      </dgm:t>
    </dgm:pt>
    <dgm:pt modelId="{0625817B-4341-498F-9196-4C87A0171134}">
      <dgm:prSet phldrT="[Text]" phldr="0"/>
      <dgm:spPr/>
      <dgm:t>
        <a:bodyPr/>
        <a:lstStyle/>
        <a:p>
          <a:r>
            <a:rPr lang="es-ES" noProof="1"/>
            <a:t>Experiencia de desarrollo</a:t>
          </a:r>
        </a:p>
      </dgm:t>
    </dgm:pt>
    <dgm:pt modelId="{B2B20909-BE08-4C13-935A-5950DADC4047}" type="parTrans" cxnId="{61248AC7-376E-40C3-8883-A44326664FD7}">
      <dgm:prSet/>
      <dgm:spPr/>
      <dgm:t>
        <a:bodyPr/>
        <a:lstStyle/>
        <a:p>
          <a:endParaRPr lang="en-GB"/>
        </a:p>
      </dgm:t>
    </dgm:pt>
    <dgm:pt modelId="{9B94DC15-2711-4B9D-A3C1-4C9A25128ACF}" type="sibTrans" cxnId="{61248AC7-376E-40C3-8883-A44326664FD7}">
      <dgm:prSet/>
      <dgm:spPr/>
      <dgm:t>
        <a:bodyPr/>
        <a:lstStyle/>
        <a:p>
          <a:endParaRPr lang="en-GB"/>
        </a:p>
      </dgm:t>
    </dgm:pt>
    <dgm:pt modelId="{077005C8-FC67-422B-85E2-5BBD261A19A0}">
      <dgm:prSet phldrT="[Text]" phldr="0"/>
      <dgm:spPr/>
      <dgm:t>
        <a:bodyPr/>
        <a:lstStyle/>
        <a:p>
          <a:r>
            <a:rPr lang="en-GB" dirty="0"/>
            <a:t>Motor </a:t>
          </a:r>
          <a:r>
            <a:rPr lang="en-GB" dirty="0" err="1"/>
            <a:t>muy</a:t>
          </a:r>
          <a:r>
            <a:rPr lang="en-GB" dirty="0"/>
            <a:t> </a:t>
          </a:r>
          <a:r>
            <a:rPr lang="en-GB" dirty="0" err="1"/>
            <a:t>completo</a:t>
          </a:r>
          <a:r>
            <a:rPr lang="en-GB" dirty="0"/>
            <a:t>.</a:t>
          </a:r>
          <a:endParaRPr lang="es-ES" noProof="1"/>
        </a:p>
      </dgm:t>
    </dgm:pt>
    <dgm:pt modelId="{33BD1F67-3235-4921-8EB8-84DE6F7E2BB4}" type="parTrans" cxnId="{D611CC7A-847A-4302-9A54-617F41F95772}">
      <dgm:prSet/>
      <dgm:spPr/>
      <dgm:t>
        <a:bodyPr/>
        <a:lstStyle/>
        <a:p>
          <a:endParaRPr lang="en-GB"/>
        </a:p>
      </dgm:t>
    </dgm:pt>
    <dgm:pt modelId="{3E4F285B-288F-4DB0-BC93-4206C147B6D3}" type="sibTrans" cxnId="{D611CC7A-847A-4302-9A54-617F41F95772}">
      <dgm:prSet/>
      <dgm:spPr/>
      <dgm:t>
        <a:bodyPr/>
        <a:lstStyle/>
        <a:p>
          <a:endParaRPr lang="en-GB"/>
        </a:p>
      </dgm:t>
    </dgm:pt>
    <dgm:pt modelId="{4A883A31-CAA6-48D2-AC43-47EED59A5006}">
      <dgm:prSet phldrT="[Text]" phldr="0"/>
      <dgm:spPr/>
      <dgm:t>
        <a:bodyPr/>
        <a:lstStyle/>
        <a:p>
          <a:r>
            <a:rPr lang="en-GB" dirty="0" err="1"/>
            <a:t>Puede</a:t>
          </a:r>
          <a:r>
            <a:rPr lang="en-GB" dirty="0"/>
            <a:t> </a:t>
          </a:r>
          <a:r>
            <a:rPr lang="en-GB" dirty="0" err="1"/>
            <a:t>resultar</a:t>
          </a:r>
          <a:r>
            <a:rPr lang="en-GB" dirty="0"/>
            <a:t> </a:t>
          </a:r>
          <a:r>
            <a:rPr lang="en-GB" dirty="0" err="1"/>
            <a:t>excesivo</a:t>
          </a:r>
          <a:r>
            <a:rPr lang="en-GB" dirty="0"/>
            <a:t> para </a:t>
          </a:r>
          <a:r>
            <a:rPr lang="en-GB" dirty="0" err="1"/>
            <a:t>proyectos</a:t>
          </a:r>
          <a:r>
            <a:rPr lang="en-GB" dirty="0"/>
            <a:t> </a:t>
          </a:r>
          <a:r>
            <a:rPr lang="en-GB" dirty="0" err="1"/>
            <a:t>pequeños</a:t>
          </a:r>
          <a:r>
            <a:rPr lang="en-GB" dirty="0"/>
            <a:t>.</a:t>
          </a:r>
          <a:endParaRPr lang="es-ES" noProof="1"/>
        </a:p>
      </dgm:t>
    </dgm:pt>
    <dgm:pt modelId="{88690901-B210-451D-A1EC-CEB5B506A5B6}" type="parTrans" cxnId="{8BA09917-CD04-4546-832E-92A1A3981053}">
      <dgm:prSet/>
      <dgm:spPr/>
      <dgm:t>
        <a:bodyPr/>
        <a:lstStyle/>
        <a:p>
          <a:endParaRPr lang="en-GB"/>
        </a:p>
      </dgm:t>
    </dgm:pt>
    <dgm:pt modelId="{94F0BC63-ADCF-48F6-851C-01A3BEFB66B5}" type="sibTrans" cxnId="{8BA09917-CD04-4546-832E-92A1A3981053}">
      <dgm:prSet/>
      <dgm:spPr/>
      <dgm:t>
        <a:bodyPr/>
        <a:lstStyle/>
        <a:p>
          <a:endParaRPr lang="en-GB"/>
        </a:p>
      </dgm:t>
    </dgm:pt>
    <dgm:pt modelId="{8146970A-1BFE-4082-B4AD-46337BF95CAC}">
      <dgm:prSet phldrT="[Text]" phldr="0"/>
      <dgm:spPr/>
      <dgm:t>
        <a:bodyPr/>
        <a:lstStyle/>
        <a:p>
          <a:r>
            <a:rPr lang="en-GB" dirty="0"/>
            <a:t>Muy </a:t>
          </a:r>
          <a:r>
            <a:rPr lang="en-GB" dirty="0" err="1"/>
            <a:t>adecuado</a:t>
          </a:r>
          <a:r>
            <a:rPr lang="en-GB" dirty="0"/>
            <a:t> para </a:t>
          </a:r>
          <a:r>
            <a:rPr lang="en-GB" dirty="0" err="1"/>
            <a:t>proyectos</a:t>
          </a:r>
          <a:r>
            <a:rPr lang="en-GB" dirty="0"/>
            <a:t> </a:t>
          </a:r>
          <a:r>
            <a:rPr lang="en-GB" dirty="0" err="1"/>
            <a:t>grandes</a:t>
          </a:r>
          <a:r>
            <a:rPr lang="en-GB" dirty="0"/>
            <a:t>.</a:t>
          </a:r>
          <a:endParaRPr lang="es-ES" noProof="1"/>
        </a:p>
      </dgm:t>
    </dgm:pt>
    <dgm:pt modelId="{75B8CF7B-8987-437D-8EB4-5C1CC8B6A75C}" type="parTrans" cxnId="{3ED42EFD-76B6-4C4D-809C-B14DADE7877B}">
      <dgm:prSet/>
      <dgm:spPr/>
      <dgm:t>
        <a:bodyPr/>
        <a:lstStyle/>
        <a:p>
          <a:endParaRPr lang="en-GB"/>
        </a:p>
      </dgm:t>
    </dgm:pt>
    <dgm:pt modelId="{3EFFDB82-5592-47D2-AACA-73FA241019E2}" type="sibTrans" cxnId="{3ED42EFD-76B6-4C4D-809C-B14DADE7877B}">
      <dgm:prSet/>
      <dgm:spPr/>
      <dgm:t>
        <a:bodyPr/>
        <a:lstStyle/>
        <a:p>
          <a:endParaRPr lang="en-GB"/>
        </a:p>
      </dgm:t>
    </dgm:pt>
    <dgm:pt modelId="{6B46E6E4-2110-4852-B1A1-5C7B7DBF31F0}" type="pres">
      <dgm:prSet presAssocID="{BDB7CC9A-3BD2-4AAD-A511-80954914245A}" presName="linearFlow" presStyleCnt="0">
        <dgm:presLayoutVars>
          <dgm:dir/>
          <dgm:animLvl val="lvl"/>
          <dgm:resizeHandles val="exact"/>
        </dgm:presLayoutVars>
      </dgm:prSet>
      <dgm:spPr/>
    </dgm:pt>
    <dgm:pt modelId="{14113235-A364-4EA7-A81D-4AA79385A739}" type="pres">
      <dgm:prSet presAssocID="{0625817B-4341-498F-9196-4C87A0171134}" presName="composite" presStyleCnt="0"/>
      <dgm:spPr/>
    </dgm:pt>
    <dgm:pt modelId="{2DBE512F-A6E8-44AE-8493-AA1F52CA014E}" type="pres">
      <dgm:prSet presAssocID="{0625817B-4341-498F-9196-4C87A0171134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63F93D5E-1A77-453B-B698-6B5FD0098222}" type="pres">
      <dgm:prSet presAssocID="{0625817B-4341-498F-9196-4C87A0171134}" presName="descendantText" presStyleLbl="alignAcc1" presStyleIdx="0" presStyleCnt="2">
        <dgm:presLayoutVars>
          <dgm:bulletEnabled val="1"/>
        </dgm:presLayoutVars>
      </dgm:prSet>
      <dgm:spPr/>
    </dgm:pt>
    <dgm:pt modelId="{BB7BA954-F209-4D63-822D-E07D3348FB5B}" type="pres">
      <dgm:prSet presAssocID="{9B94DC15-2711-4B9D-A3C1-4C9A25128ACF}" presName="sp" presStyleCnt="0"/>
      <dgm:spPr/>
    </dgm:pt>
    <dgm:pt modelId="{E976FF09-F6F8-4659-A585-95958A1E02F9}" type="pres">
      <dgm:prSet presAssocID="{F8DEBC43-34FB-429F-BD92-805BD35A941B}" presName="composite" presStyleCnt="0"/>
      <dgm:spPr/>
    </dgm:pt>
    <dgm:pt modelId="{3A16E907-3C47-4CC1-99D2-10B8D9AC4536}" type="pres">
      <dgm:prSet presAssocID="{F8DEBC43-34FB-429F-BD92-805BD35A941B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8363C524-532C-4855-B7AC-2810E3BD5C78}" type="pres">
      <dgm:prSet presAssocID="{F8DEBC43-34FB-429F-BD92-805BD35A941B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BA58FE0D-A4DE-44F4-B118-9BDDB48658D9}" srcId="{F8DEBC43-34FB-429F-BD92-805BD35A941B}" destId="{CCC64A2D-5E7C-4625-8620-7E906237BAEA}" srcOrd="0" destOrd="0" parTransId="{495A645D-E339-412E-9F5C-D28A20D831EA}" sibTransId="{4B05A9DC-1A6C-4088-AE95-80948719445D}"/>
    <dgm:cxn modelId="{8BA09917-CD04-4546-832E-92A1A3981053}" srcId="{F8DEBC43-34FB-429F-BD92-805BD35A941B}" destId="{4A883A31-CAA6-48D2-AC43-47EED59A5006}" srcOrd="1" destOrd="0" parTransId="{88690901-B210-451D-A1EC-CEB5B506A5B6}" sibTransId="{94F0BC63-ADCF-48F6-851C-01A3BEFB66B5}"/>
    <dgm:cxn modelId="{ECC8691D-ED26-4EDA-B103-5D1F0E27CD76}" type="presOf" srcId="{F8DEBC43-34FB-429F-BD92-805BD35A941B}" destId="{3A16E907-3C47-4CC1-99D2-10B8D9AC4536}" srcOrd="0" destOrd="0" presId="urn:microsoft.com/office/officeart/2005/8/layout/chevron2"/>
    <dgm:cxn modelId="{6A1CF134-F17F-4847-A7B0-72D3E53809F6}" type="presOf" srcId="{077005C8-FC67-422B-85E2-5BBD261A19A0}" destId="{63F93D5E-1A77-453B-B698-6B5FD0098222}" srcOrd="0" destOrd="2" presId="urn:microsoft.com/office/officeart/2005/8/layout/chevron2"/>
    <dgm:cxn modelId="{09775C3B-3131-43ED-A721-CD49AE267081}" srcId="{0625817B-4341-498F-9196-4C87A0171134}" destId="{A3AE1AE8-9C2A-445D-95FE-8AEA375FD916}" srcOrd="1" destOrd="0" parTransId="{202E6090-242F-4807-B819-A7943F7E22A9}" sibTransId="{68660A39-2706-4C82-9112-FC44C5816803}"/>
    <dgm:cxn modelId="{F7E1BC5E-D31D-45D1-B0BD-2A7927767E4C}" srcId="{BDB7CC9A-3BD2-4AAD-A511-80954914245A}" destId="{F8DEBC43-34FB-429F-BD92-805BD35A941B}" srcOrd="1" destOrd="0" parTransId="{1F2C00BD-AE05-411C-AAC9-4CB68E318647}" sibTransId="{1BEDD31B-365C-44F2-B75B-AD7C8E5B3A4E}"/>
    <dgm:cxn modelId="{B7C01E6B-0DCD-4EE7-85EB-52466058887A}" type="presOf" srcId="{A3AE1AE8-9C2A-445D-95FE-8AEA375FD916}" destId="{63F93D5E-1A77-453B-B698-6B5FD0098222}" srcOrd="0" destOrd="1" presId="urn:microsoft.com/office/officeart/2005/8/layout/chevron2"/>
    <dgm:cxn modelId="{A9D38D6D-2D7D-4E97-8777-D433932DBF41}" srcId="{0625817B-4341-498F-9196-4C87A0171134}" destId="{0036F966-B5CE-49AC-BA8B-9929104C26B5}" srcOrd="0" destOrd="0" parTransId="{2256362E-ACA3-4EAC-A909-6D346BAD5CF7}" sibTransId="{2A9388A9-45BD-4145-897F-9B46AA0908D4}"/>
    <dgm:cxn modelId="{41DFCB76-A65C-4FD3-9A10-593DCFDC3B81}" type="presOf" srcId="{0036F966-B5CE-49AC-BA8B-9929104C26B5}" destId="{63F93D5E-1A77-453B-B698-6B5FD0098222}" srcOrd="0" destOrd="0" presId="urn:microsoft.com/office/officeart/2005/8/layout/chevron2"/>
    <dgm:cxn modelId="{1EDB9777-4437-450F-A202-1DFE6CDB36DC}" type="presOf" srcId="{0625817B-4341-498F-9196-4C87A0171134}" destId="{2DBE512F-A6E8-44AE-8493-AA1F52CA014E}" srcOrd="0" destOrd="0" presId="urn:microsoft.com/office/officeart/2005/8/layout/chevron2"/>
    <dgm:cxn modelId="{77820079-BF2C-4D53-9BE6-B8E9D899EA9C}" type="presOf" srcId="{BDB7CC9A-3BD2-4AAD-A511-80954914245A}" destId="{6B46E6E4-2110-4852-B1A1-5C7B7DBF31F0}" srcOrd="0" destOrd="0" presId="urn:microsoft.com/office/officeart/2005/8/layout/chevron2"/>
    <dgm:cxn modelId="{CDC18F79-A355-45F2-A6D2-53B62F90A305}" type="presOf" srcId="{4A883A31-CAA6-48D2-AC43-47EED59A5006}" destId="{8363C524-532C-4855-B7AC-2810E3BD5C78}" srcOrd="0" destOrd="1" presId="urn:microsoft.com/office/officeart/2005/8/layout/chevron2"/>
    <dgm:cxn modelId="{D611CC7A-847A-4302-9A54-617F41F95772}" srcId="{0625817B-4341-498F-9196-4C87A0171134}" destId="{077005C8-FC67-422B-85E2-5BBD261A19A0}" srcOrd="2" destOrd="0" parTransId="{33BD1F67-3235-4921-8EB8-84DE6F7E2BB4}" sibTransId="{3E4F285B-288F-4DB0-BC93-4206C147B6D3}"/>
    <dgm:cxn modelId="{5A5C6C9F-0EE6-4438-A441-F1F3C7243064}" type="presOf" srcId="{CCC64A2D-5E7C-4625-8620-7E906237BAEA}" destId="{8363C524-532C-4855-B7AC-2810E3BD5C78}" srcOrd="0" destOrd="0" presId="urn:microsoft.com/office/officeart/2005/8/layout/chevron2"/>
    <dgm:cxn modelId="{13F824B2-8228-4284-B1E3-0643D990CBF3}" type="presOf" srcId="{8146970A-1BFE-4082-B4AD-46337BF95CAC}" destId="{63F93D5E-1A77-453B-B698-6B5FD0098222}" srcOrd="0" destOrd="3" presId="urn:microsoft.com/office/officeart/2005/8/layout/chevron2"/>
    <dgm:cxn modelId="{61248AC7-376E-40C3-8883-A44326664FD7}" srcId="{BDB7CC9A-3BD2-4AAD-A511-80954914245A}" destId="{0625817B-4341-498F-9196-4C87A0171134}" srcOrd="0" destOrd="0" parTransId="{B2B20909-BE08-4C13-935A-5950DADC4047}" sibTransId="{9B94DC15-2711-4B9D-A3C1-4C9A25128ACF}"/>
    <dgm:cxn modelId="{3ED42EFD-76B6-4C4D-809C-B14DADE7877B}" srcId="{0625817B-4341-498F-9196-4C87A0171134}" destId="{8146970A-1BFE-4082-B4AD-46337BF95CAC}" srcOrd="3" destOrd="0" parTransId="{75B8CF7B-8987-437D-8EB4-5C1CC8B6A75C}" sibTransId="{3EFFDB82-5592-47D2-AACA-73FA241019E2}"/>
    <dgm:cxn modelId="{412F5243-8BB3-4256-BCCC-600F778D4679}" type="presParOf" srcId="{6B46E6E4-2110-4852-B1A1-5C7B7DBF31F0}" destId="{14113235-A364-4EA7-A81D-4AA79385A739}" srcOrd="0" destOrd="0" presId="urn:microsoft.com/office/officeart/2005/8/layout/chevron2"/>
    <dgm:cxn modelId="{1CD0FD3C-BE0E-49D5-8488-0A6358F94D5B}" type="presParOf" srcId="{14113235-A364-4EA7-A81D-4AA79385A739}" destId="{2DBE512F-A6E8-44AE-8493-AA1F52CA014E}" srcOrd="0" destOrd="0" presId="urn:microsoft.com/office/officeart/2005/8/layout/chevron2"/>
    <dgm:cxn modelId="{29DEC47D-1724-4666-99FD-F8585C3D584E}" type="presParOf" srcId="{14113235-A364-4EA7-A81D-4AA79385A739}" destId="{63F93D5E-1A77-453B-B698-6B5FD0098222}" srcOrd="1" destOrd="0" presId="urn:microsoft.com/office/officeart/2005/8/layout/chevron2"/>
    <dgm:cxn modelId="{0B2E79B8-E586-4D30-A606-B1038B043560}" type="presParOf" srcId="{6B46E6E4-2110-4852-B1A1-5C7B7DBF31F0}" destId="{BB7BA954-F209-4D63-822D-E07D3348FB5B}" srcOrd="1" destOrd="0" presId="urn:microsoft.com/office/officeart/2005/8/layout/chevron2"/>
    <dgm:cxn modelId="{ABC49258-4730-4837-8827-5ABAC44D4CE6}" type="presParOf" srcId="{6B46E6E4-2110-4852-B1A1-5C7B7DBF31F0}" destId="{E976FF09-F6F8-4659-A585-95958A1E02F9}" srcOrd="2" destOrd="0" presId="urn:microsoft.com/office/officeart/2005/8/layout/chevron2"/>
    <dgm:cxn modelId="{5EE21794-BFD2-4735-B4D8-080B3672D7B9}" type="presParOf" srcId="{E976FF09-F6F8-4659-A585-95958A1E02F9}" destId="{3A16E907-3C47-4CC1-99D2-10B8D9AC4536}" srcOrd="0" destOrd="0" presId="urn:microsoft.com/office/officeart/2005/8/layout/chevron2"/>
    <dgm:cxn modelId="{F96CC837-CF09-4D0C-A487-3CB7DB9800D0}" type="presParOf" srcId="{E976FF09-F6F8-4659-A585-95958A1E02F9}" destId="{8363C524-532C-4855-B7AC-2810E3BD5C7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chevron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FA63FE8-3E1C-4F63-BE01-EF8F285E17BB}">
      <dgm:prSet/>
      <dgm:spPr/>
      <dgm:t>
        <a:bodyPr/>
        <a:lstStyle/>
        <a:p>
          <a:r>
            <a:rPr lang="es-ES" noProof="1"/>
            <a:t>Motor muy ligero.</a:t>
          </a:r>
        </a:p>
      </dgm:t>
    </dgm:pt>
    <dgm:pt modelId="{931C3408-BE31-4B43-B41D-F6C44A852A51}" type="parTrans" cxnId="{0A6657CC-1BB1-4D22-8C15-76F26A11EA93}">
      <dgm:prSet/>
      <dgm:spPr/>
      <dgm:t>
        <a:bodyPr/>
        <a:lstStyle/>
        <a:p>
          <a:endParaRPr lang="en-GB"/>
        </a:p>
      </dgm:t>
    </dgm:pt>
    <dgm:pt modelId="{CC250628-5638-461C-950B-17A0428578B9}" type="sibTrans" cxnId="{0A6657CC-1BB1-4D22-8C15-76F26A11EA93}">
      <dgm:prSet/>
      <dgm:spPr/>
      <dgm:t>
        <a:bodyPr/>
        <a:lstStyle/>
        <a:p>
          <a:endParaRPr lang="en-GB"/>
        </a:p>
      </dgm:t>
    </dgm:pt>
    <dgm:pt modelId="{3ABD84A3-97F3-4EA8-B0F4-4850F29A5654}">
      <dgm:prSet/>
      <dgm:spPr/>
      <dgm:t>
        <a:bodyPr/>
        <a:lstStyle/>
        <a:p>
          <a:r>
            <a:rPr lang="es-ES" noProof="1"/>
            <a:t>GDScript permite implementar mecánicas rápidamente.</a:t>
          </a:r>
        </a:p>
      </dgm:t>
    </dgm:pt>
    <dgm:pt modelId="{047C6A61-F2CD-4FD1-A5CD-9659401E608D}" type="parTrans" cxnId="{A8AF9646-ED3C-406B-BA6E-944F57BEAA53}">
      <dgm:prSet/>
      <dgm:spPr/>
      <dgm:t>
        <a:bodyPr/>
        <a:lstStyle/>
        <a:p>
          <a:endParaRPr lang="en-GB"/>
        </a:p>
      </dgm:t>
    </dgm:pt>
    <dgm:pt modelId="{BD8D536E-DCE4-49C4-9766-15C543ADD0D7}" type="sibTrans" cxnId="{A8AF9646-ED3C-406B-BA6E-944F57BEAA53}">
      <dgm:prSet/>
      <dgm:spPr/>
      <dgm:t>
        <a:bodyPr/>
        <a:lstStyle/>
        <a:p>
          <a:endParaRPr lang="en-GB"/>
        </a:p>
      </dgm:t>
    </dgm:pt>
    <dgm:pt modelId="{1E340CF8-7AD4-455A-BD86-F1367B80EE31}">
      <dgm:prSet/>
      <dgm:spPr/>
      <dgm:t>
        <a:bodyPr/>
        <a:lstStyle/>
        <a:p>
          <a:r>
            <a:rPr lang="es-ES" noProof="1"/>
            <a:t>Iteraciones rápidas.</a:t>
          </a:r>
        </a:p>
      </dgm:t>
    </dgm:pt>
    <dgm:pt modelId="{CB1CE91F-FE0A-4E1C-98AD-699932A309F8}" type="parTrans" cxnId="{C65B9587-ABE7-440D-B0EA-C7294C774471}">
      <dgm:prSet/>
      <dgm:spPr/>
      <dgm:t>
        <a:bodyPr/>
        <a:lstStyle/>
        <a:p>
          <a:endParaRPr lang="en-GB"/>
        </a:p>
      </dgm:t>
    </dgm:pt>
    <dgm:pt modelId="{8574F140-4D86-4D4F-8F4C-3D0E0AFD878A}" type="sibTrans" cxnId="{C65B9587-ABE7-440D-B0EA-C7294C774471}">
      <dgm:prSet/>
      <dgm:spPr/>
      <dgm:t>
        <a:bodyPr/>
        <a:lstStyle/>
        <a:p>
          <a:endParaRPr lang="en-GB"/>
        </a:p>
      </dgm:t>
    </dgm:pt>
    <dgm:pt modelId="{B95C6257-7290-4D26-8C24-E7A54D83A801}">
      <dgm:prSet/>
      <dgm:spPr/>
      <dgm:t>
        <a:bodyPr/>
        <a:lstStyle/>
        <a:p>
          <a:r>
            <a:rPr lang="es-ES" noProof="1"/>
            <a:t>Dificultades encontradas</a:t>
          </a:r>
        </a:p>
      </dgm:t>
    </dgm:pt>
    <dgm:pt modelId="{A49FAA5E-378B-45DD-97DB-941EAE76B2A3}" type="parTrans" cxnId="{06741751-35E1-4794-8941-D4E37D51A3A8}">
      <dgm:prSet/>
      <dgm:spPr/>
      <dgm:t>
        <a:bodyPr/>
        <a:lstStyle/>
        <a:p>
          <a:endParaRPr lang="en-GB"/>
        </a:p>
      </dgm:t>
    </dgm:pt>
    <dgm:pt modelId="{6E40E2C9-7C54-4F41-90A7-43ABCC1608FA}" type="sibTrans" cxnId="{06741751-35E1-4794-8941-D4E37D51A3A8}">
      <dgm:prSet/>
      <dgm:spPr/>
      <dgm:t>
        <a:bodyPr/>
        <a:lstStyle/>
        <a:p>
          <a:endParaRPr lang="en-GB"/>
        </a:p>
      </dgm:t>
    </dgm:pt>
    <dgm:pt modelId="{7A2374D7-5431-414E-BB5B-7584BC55EC71}">
      <dgm:prSet/>
      <dgm:spPr/>
      <dgm:t>
        <a:bodyPr/>
        <a:lstStyle/>
        <a:p>
          <a:r>
            <a:rPr lang="es-ES" noProof="1"/>
            <a:t>Menor cantidad de tutoriales.</a:t>
          </a:r>
        </a:p>
      </dgm:t>
    </dgm:pt>
    <dgm:pt modelId="{E5708F78-F684-4261-9A38-13C3168319DE}" type="parTrans" cxnId="{A5CC20DC-1A02-4642-A5DB-E10CB74C67DE}">
      <dgm:prSet/>
      <dgm:spPr/>
      <dgm:t>
        <a:bodyPr/>
        <a:lstStyle/>
        <a:p>
          <a:endParaRPr lang="en-GB"/>
        </a:p>
      </dgm:t>
    </dgm:pt>
    <dgm:pt modelId="{08148B18-C0DA-4C3E-AC83-35E20325BED5}" type="sibTrans" cxnId="{A5CC20DC-1A02-4642-A5DB-E10CB74C67DE}">
      <dgm:prSet/>
      <dgm:spPr/>
      <dgm:t>
        <a:bodyPr/>
        <a:lstStyle/>
        <a:p>
          <a:endParaRPr lang="en-GB"/>
        </a:p>
      </dgm:t>
    </dgm:pt>
    <dgm:pt modelId="{87B2D16E-8E5A-468C-B1AB-A829A053F685}">
      <dgm:prSet/>
      <dgm:spPr/>
      <dgm:t>
        <a:bodyPr/>
        <a:lstStyle/>
        <a:p>
          <a:r>
            <a:rPr lang="es-ES" noProof="1"/>
            <a:t>Experiencia de desarrollo</a:t>
          </a:r>
        </a:p>
      </dgm:t>
    </dgm:pt>
    <dgm:pt modelId="{B56F99BD-12EC-4995-878A-0B81C9C5FF03}" type="parTrans" cxnId="{2DDE2B35-29BE-4530-BE44-249EBB2B9C2C}">
      <dgm:prSet/>
      <dgm:spPr/>
      <dgm:t>
        <a:bodyPr/>
        <a:lstStyle/>
        <a:p>
          <a:endParaRPr lang="en-GB"/>
        </a:p>
      </dgm:t>
    </dgm:pt>
    <dgm:pt modelId="{B4751813-FAEB-423E-9FCE-6DEA80C85DF6}" type="sibTrans" cxnId="{2DDE2B35-29BE-4530-BE44-249EBB2B9C2C}">
      <dgm:prSet/>
      <dgm:spPr/>
      <dgm:t>
        <a:bodyPr/>
        <a:lstStyle/>
        <a:p>
          <a:endParaRPr lang="en-GB"/>
        </a:p>
      </dgm:t>
    </dgm:pt>
    <dgm:pt modelId="{3FBB37A0-0893-4281-A6AD-AC747911E264}">
      <dgm:prSet/>
      <dgm:spPr/>
      <dgm:t>
        <a:bodyPr/>
        <a:lstStyle/>
        <a:p>
          <a:endParaRPr lang="es-ES" noProof="1"/>
        </a:p>
      </dgm:t>
    </dgm:pt>
    <dgm:pt modelId="{31AF9910-D02E-400F-B674-6DA6A8249B65}" type="parTrans" cxnId="{9CEFD985-1EF7-45C7-804B-994B922E1CD1}">
      <dgm:prSet/>
      <dgm:spPr/>
      <dgm:t>
        <a:bodyPr/>
        <a:lstStyle/>
        <a:p>
          <a:endParaRPr lang="en-GB"/>
        </a:p>
      </dgm:t>
    </dgm:pt>
    <dgm:pt modelId="{493A2B17-DC2F-4448-BD04-EFEBF9405748}" type="sibTrans" cxnId="{9CEFD985-1EF7-45C7-804B-994B922E1CD1}">
      <dgm:prSet/>
      <dgm:spPr/>
      <dgm:t>
        <a:bodyPr/>
        <a:lstStyle/>
        <a:p>
          <a:endParaRPr lang="en-GB"/>
        </a:p>
      </dgm:t>
    </dgm:pt>
    <dgm:pt modelId="{4B1C25E2-B355-4941-9D1A-57853CD738D7}">
      <dgm:prSet/>
      <dgm:spPr/>
      <dgm:t>
        <a:bodyPr/>
        <a:lstStyle/>
        <a:p>
          <a:r>
            <a:rPr lang="es-ES" noProof="1"/>
            <a:t>En proyectos grandes se puede quedar corto.</a:t>
          </a:r>
        </a:p>
      </dgm:t>
    </dgm:pt>
    <dgm:pt modelId="{29924968-1AB5-433C-B3E2-2C5986FC351E}" type="parTrans" cxnId="{3462555E-F4AE-4DFD-8B0F-CDAF35CDD8C1}">
      <dgm:prSet/>
      <dgm:spPr/>
      <dgm:t>
        <a:bodyPr/>
        <a:lstStyle/>
        <a:p>
          <a:endParaRPr lang="en-GB"/>
        </a:p>
      </dgm:t>
    </dgm:pt>
    <dgm:pt modelId="{11FA9534-9B2B-4ABF-A583-70E7D3A300C8}" type="sibTrans" cxnId="{3462555E-F4AE-4DFD-8B0F-CDAF35CDD8C1}">
      <dgm:prSet/>
      <dgm:spPr/>
      <dgm:t>
        <a:bodyPr/>
        <a:lstStyle/>
        <a:p>
          <a:endParaRPr lang="en-GB"/>
        </a:p>
      </dgm:t>
    </dgm:pt>
    <dgm:pt modelId="{74700534-FDE6-41CB-A2C0-0DC412B4A98A}">
      <dgm:prSet/>
      <dgm:spPr/>
      <dgm:t>
        <a:bodyPr/>
        <a:lstStyle/>
        <a:p>
          <a:r>
            <a:rPr lang="es-ES" noProof="1"/>
            <a:t>Muy buen motor para desarrollo de juegos pequeños y medianos.</a:t>
          </a:r>
        </a:p>
      </dgm:t>
    </dgm:pt>
    <dgm:pt modelId="{A724233A-C7C3-4B20-8582-637717657DC1}" type="parTrans" cxnId="{1E58AF6A-BEBD-47A3-841B-B14D074E502D}">
      <dgm:prSet/>
      <dgm:spPr/>
      <dgm:t>
        <a:bodyPr/>
        <a:lstStyle/>
        <a:p>
          <a:endParaRPr lang="en-GB"/>
        </a:p>
      </dgm:t>
    </dgm:pt>
    <dgm:pt modelId="{5B535283-EADD-4E09-92A1-F1187680C15A}" type="sibTrans" cxnId="{1E58AF6A-BEBD-47A3-841B-B14D074E502D}">
      <dgm:prSet/>
      <dgm:spPr/>
      <dgm:t>
        <a:bodyPr/>
        <a:lstStyle/>
        <a:p>
          <a:endParaRPr lang="en-GB"/>
        </a:p>
      </dgm:t>
    </dgm:pt>
    <dgm:pt modelId="{6B46E6E4-2110-4852-B1A1-5C7B7DBF31F0}" type="pres">
      <dgm:prSet presAssocID="{BDB7CC9A-3BD2-4AAD-A511-80954914245A}" presName="linearFlow" presStyleCnt="0">
        <dgm:presLayoutVars>
          <dgm:dir/>
          <dgm:animLvl val="lvl"/>
          <dgm:resizeHandles val="exact"/>
        </dgm:presLayoutVars>
      </dgm:prSet>
      <dgm:spPr/>
    </dgm:pt>
    <dgm:pt modelId="{638474EE-E1BD-4915-934B-351C81A2235B}" type="pres">
      <dgm:prSet presAssocID="{87B2D16E-8E5A-468C-B1AB-A829A053F685}" presName="composite" presStyleCnt="0"/>
      <dgm:spPr/>
    </dgm:pt>
    <dgm:pt modelId="{FD7C27EC-537C-4380-ADD6-E01EC65EE3A3}" type="pres">
      <dgm:prSet presAssocID="{87B2D16E-8E5A-468C-B1AB-A829A053F685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9DD05AF5-FE1C-4492-BCA6-9119A8BC5D75}" type="pres">
      <dgm:prSet presAssocID="{87B2D16E-8E5A-468C-B1AB-A829A053F685}" presName="descendantText" presStyleLbl="alignAcc1" presStyleIdx="0" presStyleCnt="2">
        <dgm:presLayoutVars>
          <dgm:bulletEnabled val="1"/>
        </dgm:presLayoutVars>
      </dgm:prSet>
      <dgm:spPr/>
    </dgm:pt>
    <dgm:pt modelId="{06AB15D5-EB17-40EF-B416-1154356387A8}" type="pres">
      <dgm:prSet presAssocID="{B4751813-FAEB-423E-9FCE-6DEA80C85DF6}" presName="sp" presStyleCnt="0"/>
      <dgm:spPr/>
    </dgm:pt>
    <dgm:pt modelId="{76FD760F-358D-4E96-9AC1-4FE24DB82D38}" type="pres">
      <dgm:prSet presAssocID="{B95C6257-7290-4D26-8C24-E7A54D83A801}" presName="composite" presStyleCnt="0"/>
      <dgm:spPr/>
    </dgm:pt>
    <dgm:pt modelId="{3C292A45-CF8F-482C-A5D2-7BAD57F9EED8}" type="pres">
      <dgm:prSet presAssocID="{B95C6257-7290-4D26-8C24-E7A54D83A801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227DCF47-479E-4737-B610-A2670A2CC89B}" type="pres">
      <dgm:prSet presAssocID="{B95C6257-7290-4D26-8C24-E7A54D83A801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19938812-240B-45C6-92AB-9B5D2962133E}" type="presOf" srcId="{1E340CF8-7AD4-455A-BD86-F1367B80EE31}" destId="{9DD05AF5-FE1C-4492-BCA6-9119A8BC5D75}" srcOrd="0" destOrd="2" presId="urn:microsoft.com/office/officeart/2005/8/layout/chevron2"/>
    <dgm:cxn modelId="{E1DDD62E-4C97-4220-B7D6-8367ED90F426}" type="presOf" srcId="{B95C6257-7290-4D26-8C24-E7A54D83A801}" destId="{3C292A45-CF8F-482C-A5D2-7BAD57F9EED8}" srcOrd="0" destOrd="0" presId="urn:microsoft.com/office/officeart/2005/8/layout/chevron2"/>
    <dgm:cxn modelId="{2DDE2B35-29BE-4530-BE44-249EBB2B9C2C}" srcId="{BDB7CC9A-3BD2-4AAD-A511-80954914245A}" destId="{87B2D16E-8E5A-468C-B1AB-A829A053F685}" srcOrd="0" destOrd="0" parTransId="{B56F99BD-12EC-4995-878A-0B81C9C5FF03}" sibTransId="{B4751813-FAEB-423E-9FCE-6DEA80C85DF6}"/>
    <dgm:cxn modelId="{3462555E-F4AE-4DFD-8B0F-CDAF35CDD8C1}" srcId="{B95C6257-7290-4D26-8C24-E7A54D83A801}" destId="{4B1C25E2-B355-4941-9D1A-57853CD738D7}" srcOrd="1" destOrd="0" parTransId="{29924968-1AB5-433C-B3E2-2C5986FC351E}" sibTransId="{11FA9534-9B2B-4ABF-A583-70E7D3A300C8}"/>
    <dgm:cxn modelId="{A8AF9646-ED3C-406B-BA6E-944F57BEAA53}" srcId="{87B2D16E-8E5A-468C-B1AB-A829A053F685}" destId="{3ABD84A3-97F3-4EA8-B0F4-4850F29A5654}" srcOrd="1" destOrd="0" parTransId="{047C6A61-F2CD-4FD1-A5CD-9659401E608D}" sibTransId="{BD8D536E-DCE4-49C4-9766-15C543ADD0D7}"/>
    <dgm:cxn modelId="{1E58AF6A-BEBD-47A3-841B-B14D074E502D}" srcId="{87B2D16E-8E5A-468C-B1AB-A829A053F685}" destId="{74700534-FDE6-41CB-A2C0-0DC412B4A98A}" srcOrd="3" destOrd="0" parTransId="{A724233A-C7C3-4B20-8582-637717657DC1}" sibTransId="{5B535283-EADD-4E09-92A1-F1187680C15A}"/>
    <dgm:cxn modelId="{06741751-35E1-4794-8941-D4E37D51A3A8}" srcId="{BDB7CC9A-3BD2-4AAD-A511-80954914245A}" destId="{B95C6257-7290-4D26-8C24-E7A54D83A801}" srcOrd="1" destOrd="0" parTransId="{A49FAA5E-378B-45DD-97DB-941EAE76B2A3}" sibTransId="{6E40E2C9-7C54-4F41-90A7-43ABCC1608FA}"/>
    <dgm:cxn modelId="{A9765E72-FD36-42E5-9552-9BD715C12A80}" type="presOf" srcId="{3ABD84A3-97F3-4EA8-B0F4-4850F29A5654}" destId="{9DD05AF5-FE1C-4492-BCA6-9119A8BC5D75}" srcOrd="0" destOrd="1" presId="urn:microsoft.com/office/officeart/2005/8/layout/chevron2"/>
    <dgm:cxn modelId="{5A383075-50D2-4745-86D1-9590F284E564}" type="presOf" srcId="{EFA63FE8-3E1C-4F63-BE01-EF8F285E17BB}" destId="{9DD05AF5-FE1C-4492-BCA6-9119A8BC5D75}" srcOrd="0" destOrd="0" presId="urn:microsoft.com/office/officeart/2005/8/layout/chevron2"/>
    <dgm:cxn modelId="{77820079-BF2C-4D53-9BE6-B8E9D899EA9C}" type="presOf" srcId="{BDB7CC9A-3BD2-4AAD-A511-80954914245A}" destId="{6B46E6E4-2110-4852-B1A1-5C7B7DBF31F0}" srcOrd="0" destOrd="0" presId="urn:microsoft.com/office/officeart/2005/8/layout/chevron2"/>
    <dgm:cxn modelId="{9CEFD985-1EF7-45C7-804B-994B922E1CD1}" srcId="{B95C6257-7290-4D26-8C24-E7A54D83A801}" destId="{3FBB37A0-0893-4281-A6AD-AC747911E264}" srcOrd="2" destOrd="0" parTransId="{31AF9910-D02E-400F-B674-6DA6A8249B65}" sibTransId="{493A2B17-DC2F-4448-BD04-EFEBF9405748}"/>
    <dgm:cxn modelId="{1E66FD86-3185-4BBB-8CB5-F72F46F94A8E}" type="presOf" srcId="{7A2374D7-5431-414E-BB5B-7584BC55EC71}" destId="{227DCF47-479E-4737-B610-A2670A2CC89B}" srcOrd="0" destOrd="0" presId="urn:microsoft.com/office/officeart/2005/8/layout/chevron2"/>
    <dgm:cxn modelId="{C65B9587-ABE7-440D-B0EA-C7294C774471}" srcId="{87B2D16E-8E5A-468C-B1AB-A829A053F685}" destId="{1E340CF8-7AD4-455A-BD86-F1367B80EE31}" srcOrd="2" destOrd="0" parTransId="{CB1CE91F-FE0A-4E1C-98AD-699932A309F8}" sibTransId="{8574F140-4D86-4D4F-8F4C-3D0E0AFD878A}"/>
    <dgm:cxn modelId="{2B29C596-87B4-4B37-A950-91C399AAF9C6}" type="presOf" srcId="{4B1C25E2-B355-4941-9D1A-57853CD738D7}" destId="{227DCF47-479E-4737-B610-A2670A2CC89B}" srcOrd="0" destOrd="1" presId="urn:microsoft.com/office/officeart/2005/8/layout/chevron2"/>
    <dgm:cxn modelId="{E4CD45B1-B424-4E61-A129-EA62419F99F8}" type="presOf" srcId="{3FBB37A0-0893-4281-A6AD-AC747911E264}" destId="{227DCF47-479E-4737-B610-A2670A2CC89B}" srcOrd="0" destOrd="2" presId="urn:microsoft.com/office/officeart/2005/8/layout/chevron2"/>
    <dgm:cxn modelId="{0A6657CC-1BB1-4D22-8C15-76F26A11EA93}" srcId="{87B2D16E-8E5A-468C-B1AB-A829A053F685}" destId="{EFA63FE8-3E1C-4F63-BE01-EF8F285E17BB}" srcOrd="0" destOrd="0" parTransId="{931C3408-BE31-4B43-B41D-F6C44A852A51}" sibTransId="{CC250628-5638-461C-950B-17A0428578B9}"/>
    <dgm:cxn modelId="{22B2A3D3-7C15-4F3E-917F-07243DF69DA8}" type="presOf" srcId="{87B2D16E-8E5A-468C-B1AB-A829A053F685}" destId="{FD7C27EC-537C-4380-ADD6-E01EC65EE3A3}" srcOrd="0" destOrd="0" presId="urn:microsoft.com/office/officeart/2005/8/layout/chevron2"/>
    <dgm:cxn modelId="{A5CC20DC-1A02-4642-A5DB-E10CB74C67DE}" srcId="{B95C6257-7290-4D26-8C24-E7A54D83A801}" destId="{7A2374D7-5431-414E-BB5B-7584BC55EC71}" srcOrd="0" destOrd="0" parTransId="{E5708F78-F684-4261-9A38-13C3168319DE}" sibTransId="{08148B18-C0DA-4C3E-AC83-35E20325BED5}"/>
    <dgm:cxn modelId="{2C07A5F1-CEA9-482C-8051-5C7B8FB19AE4}" type="presOf" srcId="{74700534-FDE6-41CB-A2C0-0DC412B4A98A}" destId="{9DD05AF5-FE1C-4492-BCA6-9119A8BC5D75}" srcOrd="0" destOrd="3" presId="urn:microsoft.com/office/officeart/2005/8/layout/chevron2"/>
    <dgm:cxn modelId="{6320FCEB-7FDF-4A52-A517-25BC4277CA13}" type="presParOf" srcId="{6B46E6E4-2110-4852-B1A1-5C7B7DBF31F0}" destId="{638474EE-E1BD-4915-934B-351C81A2235B}" srcOrd="0" destOrd="0" presId="urn:microsoft.com/office/officeart/2005/8/layout/chevron2"/>
    <dgm:cxn modelId="{F8EDC291-FC29-4568-AEF2-FF9B13A83CD8}" type="presParOf" srcId="{638474EE-E1BD-4915-934B-351C81A2235B}" destId="{FD7C27EC-537C-4380-ADD6-E01EC65EE3A3}" srcOrd="0" destOrd="0" presId="urn:microsoft.com/office/officeart/2005/8/layout/chevron2"/>
    <dgm:cxn modelId="{3BB26AE9-68C3-4498-BC50-6B4930A4F2B4}" type="presParOf" srcId="{638474EE-E1BD-4915-934B-351C81A2235B}" destId="{9DD05AF5-FE1C-4492-BCA6-9119A8BC5D75}" srcOrd="1" destOrd="0" presId="urn:microsoft.com/office/officeart/2005/8/layout/chevron2"/>
    <dgm:cxn modelId="{4051D872-C4B2-4DBF-8532-E36F739D11DA}" type="presParOf" srcId="{6B46E6E4-2110-4852-B1A1-5C7B7DBF31F0}" destId="{06AB15D5-EB17-40EF-B416-1154356387A8}" srcOrd="1" destOrd="0" presId="urn:microsoft.com/office/officeart/2005/8/layout/chevron2"/>
    <dgm:cxn modelId="{C7E3339F-7A4F-408F-B15A-CBA8683777C1}" type="presParOf" srcId="{6B46E6E4-2110-4852-B1A1-5C7B7DBF31F0}" destId="{76FD760F-358D-4E96-9AC1-4FE24DB82D38}" srcOrd="2" destOrd="0" presId="urn:microsoft.com/office/officeart/2005/8/layout/chevron2"/>
    <dgm:cxn modelId="{F517588E-5ACE-4CFA-AB2F-0D27A286A71B}" type="presParOf" srcId="{76FD760F-358D-4E96-9AC1-4FE24DB82D38}" destId="{3C292A45-CF8F-482C-A5D2-7BAD57F9EED8}" srcOrd="0" destOrd="0" presId="urn:microsoft.com/office/officeart/2005/8/layout/chevron2"/>
    <dgm:cxn modelId="{47C20822-2D96-4AE3-9230-3340FD346583}" type="presParOf" srcId="{76FD760F-358D-4E96-9AC1-4FE24DB82D38}" destId="{227DCF47-479E-4737-B610-A2670A2CC8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chevron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395A3926-B3E4-41B2-82DB-E02C623922B5}">
      <dgm:prSet/>
      <dgm:spPr/>
      <dgm:t>
        <a:bodyPr/>
        <a:lstStyle/>
        <a:p>
          <a:r>
            <a:rPr lang="en-GB" dirty="0" err="1"/>
            <a:t>Especializado</a:t>
          </a:r>
          <a:r>
            <a:rPr lang="en-GB" dirty="0"/>
            <a:t> </a:t>
          </a:r>
          <a:r>
            <a:rPr lang="en-GB" dirty="0" err="1"/>
            <a:t>en</a:t>
          </a:r>
          <a:r>
            <a:rPr lang="en-GB" dirty="0"/>
            <a:t> 2D. </a:t>
          </a:r>
          <a:endParaRPr lang="es-ES" noProof="1"/>
        </a:p>
      </dgm:t>
    </dgm:pt>
    <dgm:pt modelId="{59CD25F3-16B9-45FF-BE75-C6B0D70A3752}" type="parTrans" cxnId="{13E5E831-65B4-4651-BDF0-3C94C63384B2}">
      <dgm:prSet/>
      <dgm:spPr/>
      <dgm:t>
        <a:bodyPr/>
        <a:lstStyle/>
        <a:p>
          <a:endParaRPr lang="en-GB"/>
        </a:p>
      </dgm:t>
    </dgm:pt>
    <dgm:pt modelId="{8FC338D0-E427-4E07-96F6-5660F2DD591A}" type="sibTrans" cxnId="{13E5E831-65B4-4651-BDF0-3C94C63384B2}">
      <dgm:prSet/>
      <dgm:spPr/>
      <dgm:t>
        <a:bodyPr/>
        <a:lstStyle/>
        <a:p>
          <a:endParaRPr lang="en-GB"/>
        </a:p>
      </dgm:t>
    </dgm:pt>
    <dgm:pt modelId="{166E9ACA-A06E-4554-88A6-54EAF091BC16}">
      <dgm:prSet/>
      <dgm:spPr/>
      <dgm:t>
        <a:bodyPr/>
        <a:lstStyle/>
        <a:p>
          <a:r>
            <a:rPr lang="es-ES" noProof="1"/>
            <a:t>Dificultades encontradas</a:t>
          </a:r>
        </a:p>
      </dgm:t>
    </dgm:pt>
    <dgm:pt modelId="{A7836835-6316-424A-860C-FB88FFC6E370}" type="parTrans" cxnId="{1C2A88F1-4585-4E2E-9841-B6DF8D5FCA85}">
      <dgm:prSet/>
      <dgm:spPr/>
      <dgm:t>
        <a:bodyPr/>
        <a:lstStyle/>
        <a:p>
          <a:endParaRPr lang="en-GB"/>
        </a:p>
      </dgm:t>
    </dgm:pt>
    <dgm:pt modelId="{F9F6708E-569C-4359-8249-4EBFD315F5EF}" type="sibTrans" cxnId="{1C2A88F1-4585-4E2E-9841-B6DF8D5FCA85}">
      <dgm:prSet/>
      <dgm:spPr/>
      <dgm:t>
        <a:bodyPr/>
        <a:lstStyle/>
        <a:p>
          <a:endParaRPr lang="en-GB"/>
        </a:p>
      </dgm:t>
    </dgm:pt>
    <dgm:pt modelId="{CF24410A-D11F-4AF1-8B2A-EF5BAC24EF47}">
      <dgm:prSet/>
      <dgm:spPr/>
      <dgm:t>
        <a:bodyPr/>
        <a:lstStyle/>
        <a:p>
          <a:r>
            <a:rPr lang="en-GB" dirty="0"/>
            <a:t>Más </a:t>
          </a:r>
          <a:r>
            <a:rPr lang="en-GB" dirty="0" err="1"/>
            <a:t>trabajo</a:t>
          </a:r>
          <a:r>
            <a:rPr lang="en-GB" dirty="0"/>
            <a:t> manual. </a:t>
          </a:r>
          <a:endParaRPr lang="es-ES" noProof="1"/>
        </a:p>
      </dgm:t>
    </dgm:pt>
    <dgm:pt modelId="{382E85AB-6FB7-4D1A-9AB7-09B94084506E}" type="parTrans" cxnId="{242AED41-633A-42C7-9587-3DA4946AEC60}">
      <dgm:prSet/>
      <dgm:spPr/>
      <dgm:t>
        <a:bodyPr/>
        <a:lstStyle/>
        <a:p>
          <a:endParaRPr lang="en-GB"/>
        </a:p>
      </dgm:t>
    </dgm:pt>
    <dgm:pt modelId="{368B61C1-7EE7-4E17-8791-962071E760E1}" type="sibTrans" cxnId="{242AED41-633A-42C7-9587-3DA4946AEC60}">
      <dgm:prSet/>
      <dgm:spPr/>
      <dgm:t>
        <a:bodyPr/>
        <a:lstStyle/>
        <a:p>
          <a:endParaRPr lang="en-GB"/>
        </a:p>
      </dgm:t>
    </dgm:pt>
    <dgm:pt modelId="{01F88E38-0AAB-436E-8E62-838B494543C3}">
      <dgm:prSet/>
      <dgm:spPr/>
      <dgm:t>
        <a:bodyPr/>
        <a:lstStyle/>
        <a:p>
          <a:r>
            <a:rPr lang="es-ES" noProof="1"/>
            <a:t>Experiencia de desarrollo</a:t>
          </a:r>
        </a:p>
      </dgm:t>
    </dgm:pt>
    <dgm:pt modelId="{08503CC1-4466-4DAF-AAF6-45307785D62C}" type="parTrans" cxnId="{844D68E2-2E6A-43F8-951F-B9CF4DD27B09}">
      <dgm:prSet/>
      <dgm:spPr/>
      <dgm:t>
        <a:bodyPr/>
        <a:lstStyle/>
        <a:p>
          <a:endParaRPr lang="en-GB"/>
        </a:p>
      </dgm:t>
    </dgm:pt>
    <dgm:pt modelId="{7D4CCED6-8FF1-491F-983D-0C86F181ED8E}" type="sibTrans" cxnId="{844D68E2-2E6A-43F8-951F-B9CF4DD27B09}">
      <dgm:prSet/>
      <dgm:spPr/>
      <dgm:t>
        <a:bodyPr/>
        <a:lstStyle/>
        <a:p>
          <a:endParaRPr lang="en-GB"/>
        </a:p>
      </dgm:t>
    </dgm:pt>
    <dgm:pt modelId="{0E74B308-23C9-4EAC-BDC9-861726CE5626}">
      <dgm:prSet/>
      <dgm:spPr/>
      <dgm:t>
        <a:bodyPr/>
        <a:lstStyle/>
        <a:p>
          <a:r>
            <a:rPr lang="es-ES" noProof="1"/>
            <a:t>Perfecto para proyectos pequeños y simples.</a:t>
          </a:r>
        </a:p>
      </dgm:t>
    </dgm:pt>
    <dgm:pt modelId="{F38E6386-5287-42DF-9E43-0E3A59FF5B43}" type="parTrans" cxnId="{94FD0036-2444-4999-8411-0500B3B68292}">
      <dgm:prSet/>
      <dgm:spPr/>
      <dgm:t>
        <a:bodyPr/>
        <a:lstStyle/>
        <a:p>
          <a:endParaRPr lang="en-GB"/>
        </a:p>
      </dgm:t>
    </dgm:pt>
    <dgm:pt modelId="{DCFB7BC4-E097-4DFA-802E-332E01299D88}" type="sibTrans" cxnId="{94FD0036-2444-4999-8411-0500B3B68292}">
      <dgm:prSet/>
      <dgm:spPr/>
      <dgm:t>
        <a:bodyPr/>
        <a:lstStyle/>
        <a:p>
          <a:endParaRPr lang="en-GB"/>
        </a:p>
      </dgm:t>
    </dgm:pt>
    <dgm:pt modelId="{208B4B2E-ED49-4098-BB89-3D50E24AACB9}">
      <dgm:prSet/>
      <dgm:spPr/>
      <dgm:t>
        <a:bodyPr/>
        <a:lstStyle/>
        <a:p>
          <a:r>
            <a:rPr lang="en-GB" dirty="0" err="1"/>
            <a:t>Arquitectura</a:t>
          </a:r>
          <a:r>
            <a:rPr lang="en-GB" dirty="0"/>
            <a:t> </a:t>
          </a:r>
          <a:r>
            <a:rPr lang="en-GB" dirty="0" err="1"/>
            <a:t>menos</a:t>
          </a:r>
          <a:r>
            <a:rPr lang="en-GB" dirty="0"/>
            <a:t> </a:t>
          </a:r>
          <a:r>
            <a:rPr lang="en-GB" dirty="0" err="1"/>
            <a:t>escalable</a:t>
          </a:r>
          <a:r>
            <a:rPr lang="en-GB" dirty="0"/>
            <a:t>. </a:t>
          </a:r>
          <a:endParaRPr lang="es-ES" noProof="1"/>
        </a:p>
      </dgm:t>
    </dgm:pt>
    <dgm:pt modelId="{6C6ECACD-B309-4F87-9ED0-7506474A1CD7}" type="parTrans" cxnId="{44C4F385-EDA5-4A16-9C9F-BBBDC54B93AF}">
      <dgm:prSet/>
      <dgm:spPr/>
      <dgm:t>
        <a:bodyPr/>
        <a:lstStyle/>
        <a:p>
          <a:endParaRPr lang="en-GB"/>
        </a:p>
      </dgm:t>
    </dgm:pt>
    <dgm:pt modelId="{2A557C72-C1EA-4B2F-B8C2-6F4F60DC7173}" type="sibTrans" cxnId="{44C4F385-EDA5-4A16-9C9F-BBBDC54B93AF}">
      <dgm:prSet/>
      <dgm:spPr/>
      <dgm:t>
        <a:bodyPr/>
        <a:lstStyle/>
        <a:p>
          <a:endParaRPr lang="en-GB"/>
        </a:p>
      </dgm:t>
    </dgm:pt>
    <dgm:pt modelId="{9A577EAB-B10E-4A29-939D-4EE1F7B3D393}">
      <dgm:prSet/>
      <dgm:spPr/>
      <dgm:t>
        <a:bodyPr/>
        <a:lstStyle/>
        <a:p>
          <a:r>
            <a:rPr lang="en-GB" dirty="0"/>
            <a:t>Menos </a:t>
          </a:r>
          <a:r>
            <a:rPr lang="en-GB" dirty="0" err="1"/>
            <a:t>recursos</a:t>
          </a:r>
          <a:r>
            <a:rPr lang="en-GB" dirty="0"/>
            <a:t> </a:t>
          </a:r>
          <a:r>
            <a:rPr lang="en-GB" dirty="0" err="1"/>
            <a:t>disponibles</a:t>
          </a:r>
          <a:r>
            <a:rPr lang="en-GB" dirty="0"/>
            <a:t>.</a:t>
          </a:r>
          <a:endParaRPr lang="es-ES" noProof="1"/>
        </a:p>
      </dgm:t>
    </dgm:pt>
    <dgm:pt modelId="{29E90585-548B-47C9-8D83-771E4769FDBC}" type="parTrans" cxnId="{0BBE7A9F-E854-4F6F-8A19-A3BBE5768408}">
      <dgm:prSet/>
      <dgm:spPr/>
      <dgm:t>
        <a:bodyPr/>
        <a:lstStyle/>
        <a:p>
          <a:endParaRPr lang="en-GB"/>
        </a:p>
      </dgm:t>
    </dgm:pt>
    <dgm:pt modelId="{036B337A-465F-47B8-8DB2-5924FBC4DFD5}" type="sibTrans" cxnId="{0BBE7A9F-E854-4F6F-8A19-A3BBE5768408}">
      <dgm:prSet/>
      <dgm:spPr/>
      <dgm:t>
        <a:bodyPr/>
        <a:lstStyle/>
        <a:p>
          <a:endParaRPr lang="en-GB"/>
        </a:p>
      </dgm:t>
    </dgm:pt>
    <dgm:pt modelId="{5A945044-0CB7-4F32-A540-97B5AF6A26D4}">
      <dgm:prSet/>
      <dgm:spPr/>
      <dgm:t>
        <a:bodyPr/>
        <a:lstStyle/>
        <a:p>
          <a:r>
            <a:rPr lang="en-GB" dirty="0"/>
            <a:t>Desarrollo </a:t>
          </a:r>
          <a:r>
            <a:rPr lang="en-GB" dirty="0" err="1"/>
            <a:t>muy</a:t>
          </a:r>
          <a:r>
            <a:rPr lang="en-GB" dirty="0"/>
            <a:t> </a:t>
          </a:r>
          <a:r>
            <a:rPr lang="en-GB" dirty="0" err="1"/>
            <a:t>ágil</a:t>
          </a:r>
          <a:r>
            <a:rPr lang="en-GB" dirty="0"/>
            <a:t>. </a:t>
          </a:r>
          <a:endParaRPr lang="es-ES" noProof="1"/>
        </a:p>
      </dgm:t>
    </dgm:pt>
    <dgm:pt modelId="{1E975906-DC94-48BF-B8FB-343A6311C532}" type="parTrans" cxnId="{58E2840F-3DE3-404F-9CFE-7C50E5538212}">
      <dgm:prSet/>
      <dgm:spPr/>
      <dgm:t>
        <a:bodyPr/>
        <a:lstStyle/>
        <a:p>
          <a:endParaRPr lang="en-GB"/>
        </a:p>
      </dgm:t>
    </dgm:pt>
    <dgm:pt modelId="{86F2F9C2-2315-4D4E-B540-72001520B912}" type="sibTrans" cxnId="{58E2840F-3DE3-404F-9CFE-7C50E5538212}">
      <dgm:prSet/>
      <dgm:spPr/>
      <dgm:t>
        <a:bodyPr/>
        <a:lstStyle/>
        <a:p>
          <a:endParaRPr lang="en-GB"/>
        </a:p>
      </dgm:t>
    </dgm:pt>
    <dgm:pt modelId="{7835F075-C2C0-4DAC-B6E9-CF49BABA66E1}">
      <dgm:prSet/>
      <dgm:spPr/>
      <dgm:t>
        <a:bodyPr/>
        <a:lstStyle/>
        <a:p>
          <a:r>
            <a:rPr lang="en-GB" dirty="0" err="1"/>
            <a:t>Herramientas</a:t>
          </a:r>
          <a:r>
            <a:rPr lang="en-GB" dirty="0"/>
            <a:t> </a:t>
          </a:r>
          <a:r>
            <a:rPr lang="en-GB" dirty="0" err="1"/>
            <a:t>muy</a:t>
          </a:r>
          <a:r>
            <a:rPr lang="en-GB" dirty="0"/>
            <a:t> </a:t>
          </a:r>
          <a:r>
            <a:rPr lang="en-GB" dirty="0" err="1"/>
            <a:t>enfocadas</a:t>
          </a:r>
          <a:r>
            <a:rPr lang="en-GB" dirty="0"/>
            <a:t> al </a:t>
          </a:r>
          <a:r>
            <a:rPr lang="en-GB" dirty="0" err="1"/>
            <a:t>género</a:t>
          </a:r>
          <a:r>
            <a:rPr lang="en-GB" dirty="0"/>
            <a:t>.</a:t>
          </a:r>
          <a:endParaRPr lang="es-ES" noProof="1"/>
        </a:p>
      </dgm:t>
    </dgm:pt>
    <dgm:pt modelId="{28453788-C5BF-450A-A9D6-0E4B070D7E9C}" type="parTrans" cxnId="{501A3860-6F34-4C04-8836-69C94715104E}">
      <dgm:prSet/>
      <dgm:spPr/>
      <dgm:t>
        <a:bodyPr/>
        <a:lstStyle/>
        <a:p>
          <a:endParaRPr lang="en-GB"/>
        </a:p>
      </dgm:t>
    </dgm:pt>
    <dgm:pt modelId="{8B55D615-7F4C-4B41-87B4-57AB8E223C1F}" type="sibTrans" cxnId="{501A3860-6F34-4C04-8836-69C94715104E}">
      <dgm:prSet/>
      <dgm:spPr/>
      <dgm:t>
        <a:bodyPr/>
        <a:lstStyle/>
        <a:p>
          <a:endParaRPr lang="en-GB"/>
        </a:p>
      </dgm:t>
    </dgm:pt>
    <dgm:pt modelId="{6B46E6E4-2110-4852-B1A1-5C7B7DBF31F0}" type="pres">
      <dgm:prSet presAssocID="{BDB7CC9A-3BD2-4AAD-A511-80954914245A}" presName="linearFlow" presStyleCnt="0">
        <dgm:presLayoutVars>
          <dgm:dir/>
          <dgm:animLvl val="lvl"/>
          <dgm:resizeHandles val="exact"/>
        </dgm:presLayoutVars>
      </dgm:prSet>
      <dgm:spPr/>
    </dgm:pt>
    <dgm:pt modelId="{76CCF884-4940-4675-8F63-F3A89CD5B55A}" type="pres">
      <dgm:prSet presAssocID="{01F88E38-0AAB-436E-8E62-838B494543C3}" presName="composite" presStyleCnt="0"/>
      <dgm:spPr/>
    </dgm:pt>
    <dgm:pt modelId="{E519DA77-2E01-496E-B2E2-EECED66AD631}" type="pres">
      <dgm:prSet presAssocID="{01F88E38-0AAB-436E-8E62-838B494543C3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09DF66CB-EF85-4C01-9988-33897ECA2156}" type="pres">
      <dgm:prSet presAssocID="{01F88E38-0AAB-436E-8E62-838B494543C3}" presName="descendantText" presStyleLbl="alignAcc1" presStyleIdx="0" presStyleCnt="2">
        <dgm:presLayoutVars>
          <dgm:bulletEnabled val="1"/>
        </dgm:presLayoutVars>
      </dgm:prSet>
      <dgm:spPr/>
    </dgm:pt>
    <dgm:pt modelId="{C3DCA8A3-62BF-458F-A8BA-DCB278F8FA99}" type="pres">
      <dgm:prSet presAssocID="{7D4CCED6-8FF1-491F-983D-0C86F181ED8E}" presName="sp" presStyleCnt="0"/>
      <dgm:spPr/>
    </dgm:pt>
    <dgm:pt modelId="{D99A0945-EA21-40FA-B12B-59CA1E6AE1B2}" type="pres">
      <dgm:prSet presAssocID="{166E9ACA-A06E-4554-88A6-54EAF091BC16}" presName="composite" presStyleCnt="0"/>
      <dgm:spPr/>
    </dgm:pt>
    <dgm:pt modelId="{7A1ECF3B-273D-4769-AA07-683C8350744B}" type="pres">
      <dgm:prSet presAssocID="{166E9ACA-A06E-4554-88A6-54EAF091BC16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DC1E52A4-F095-4A3B-A89F-24D72EB06D16}" type="pres">
      <dgm:prSet presAssocID="{166E9ACA-A06E-4554-88A6-54EAF091BC16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4BAB520A-9A35-4BB1-A2C9-B0262F588369}" type="presOf" srcId="{CF24410A-D11F-4AF1-8B2A-EF5BAC24EF47}" destId="{DC1E52A4-F095-4A3B-A89F-24D72EB06D16}" srcOrd="0" destOrd="0" presId="urn:microsoft.com/office/officeart/2005/8/layout/chevron2"/>
    <dgm:cxn modelId="{58E2840F-3DE3-404F-9CFE-7C50E5538212}" srcId="{01F88E38-0AAB-436E-8E62-838B494543C3}" destId="{5A945044-0CB7-4F32-A540-97B5AF6A26D4}" srcOrd="1" destOrd="0" parTransId="{1E975906-DC94-48BF-B8FB-343A6311C532}" sibTransId="{86F2F9C2-2315-4D4E-B540-72001520B912}"/>
    <dgm:cxn modelId="{13119D2E-4139-47E0-B868-E6FCCF5DE430}" type="presOf" srcId="{0E74B308-23C9-4EAC-BDC9-861726CE5626}" destId="{09DF66CB-EF85-4C01-9988-33897ECA2156}" srcOrd="0" destOrd="3" presId="urn:microsoft.com/office/officeart/2005/8/layout/chevron2"/>
    <dgm:cxn modelId="{592C8231-1222-4F9D-A44D-0E2D02C1CB7D}" type="presOf" srcId="{395A3926-B3E4-41B2-82DB-E02C623922B5}" destId="{09DF66CB-EF85-4C01-9988-33897ECA2156}" srcOrd="0" destOrd="0" presId="urn:microsoft.com/office/officeart/2005/8/layout/chevron2"/>
    <dgm:cxn modelId="{13E5E831-65B4-4651-BDF0-3C94C63384B2}" srcId="{01F88E38-0AAB-436E-8E62-838B494543C3}" destId="{395A3926-B3E4-41B2-82DB-E02C623922B5}" srcOrd="0" destOrd="0" parTransId="{59CD25F3-16B9-45FF-BE75-C6B0D70A3752}" sibTransId="{8FC338D0-E427-4E07-96F6-5660F2DD591A}"/>
    <dgm:cxn modelId="{579C2034-FB77-4BD6-8BD6-535E443E2F8D}" type="presOf" srcId="{208B4B2E-ED49-4098-BB89-3D50E24AACB9}" destId="{DC1E52A4-F095-4A3B-A89F-24D72EB06D16}" srcOrd="0" destOrd="1" presId="urn:microsoft.com/office/officeart/2005/8/layout/chevron2"/>
    <dgm:cxn modelId="{94FD0036-2444-4999-8411-0500B3B68292}" srcId="{01F88E38-0AAB-436E-8E62-838B494543C3}" destId="{0E74B308-23C9-4EAC-BDC9-861726CE5626}" srcOrd="3" destOrd="0" parTransId="{F38E6386-5287-42DF-9E43-0E3A59FF5B43}" sibTransId="{DCFB7BC4-E097-4DFA-802E-332E01299D88}"/>
    <dgm:cxn modelId="{501A3860-6F34-4C04-8836-69C94715104E}" srcId="{01F88E38-0AAB-436E-8E62-838B494543C3}" destId="{7835F075-C2C0-4DAC-B6E9-CF49BABA66E1}" srcOrd="2" destOrd="0" parTransId="{28453788-C5BF-450A-A9D6-0E4B070D7E9C}" sibTransId="{8B55D615-7F4C-4B41-87B4-57AB8E223C1F}"/>
    <dgm:cxn modelId="{242AED41-633A-42C7-9587-3DA4946AEC60}" srcId="{166E9ACA-A06E-4554-88A6-54EAF091BC16}" destId="{CF24410A-D11F-4AF1-8B2A-EF5BAC24EF47}" srcOrd="0" destOrd="0" parTransId="{382E85AB-6FB7-4D1A-9AB7-09B94084506E}" sibTransId="{368B61C1-7EE7-4E17-8791-962071E760E1}"/>
    <dgm:cxn modelId="{77820079-BF2C-4D53-9BE6-B8E9D899EA9C}" type="presOf" srcId="{BDB7CC9A-3BD2-4AAD-A511-80954914245A}" destId="{6B46E6E4-2110-4852-B1A1-5C7B7DBF31F0}" srcOrd="0" destOrd="0" presId="urn:microsoft.com/office/officeart/2005/8/layout/chevron2"/>
    <dgm:cxn modelId="{5A62D381-B938-4C78-A48E-FF5F685E6511}" type="presOf" srcId="{01F88E38-0AAB-436E-8E62-838B494543C3}" destId="{E519DA77-2E01-496E-B2E2-EECED66AD631}" srcOrd="0" destOrd="0" presId="urn:microsoft.com/office/officeart/2005/8/layout/chevron2"/>
    <dgm:cxn modelId="{44C4F385-EDA5-4A16-9C9F-BBBDC54B93AF}" srcId="{166E9ACA-A06E-4554-88A6-54EAF091BC16}" destId="{208B4B2E-ED49-4098-BB89-3D50E24AACB9}" srcOrd="1" destOrd="0" parTransId="{6C6ECACD-B309-4F87-9ED0-7506474A1CD7}" sibTransId="{2A557C72-C1EA-4B2F-B8C2-6F4F60DC7173}"/>
    <dgm:cxn modelId="{B506ED91-04E2-4D11-9D47-37CF7B5A5306}" type="presOf" srcId="{9A577EAB-B10E-4A29-939D-4EE1F7B3D393}" destId="{DC1E52A4-F095-4A3B-A89F-24D72EB06D16}" srcOrd="0" destOrd="2" presId="urn:microsoft.com/office/officeart/2005/8/layout/chevron2"/>
    <dgm:cxn modelId="{0BBE7A9F-E854-4F6F-8A19-A3BBE5768408}" srcId="{166E9ACA-A06E-4554-88A6-54EAF091BC16}" destId="{9A577EAB-B10E-4A29-939D-4EE1F7B3D393}" srcOrd="2" destOrd="0" parTransId="{29E90585-548B-47C9-8D83-771E4769FDBC}" sibTransId="{036B337A-465F-47B8-8DB2-5924FBC4DFD5}"/>
    <dgm:cxn modelId="{022D0CAF-2148-4ABD-B027-DC67DD1954D8}" type="presOf" srcId="{166E9ACA-A06E-4554-88A6-54EAF091BC16}" destId="{7A1ECF3B-273D-4769-AA07-683C8350744B}" srcOrd="0" destOrd="0" presId="urn:microsoft.com/office/officeart/2005/8/layout/chevron2"/>
    <dgm:cxn modelId="{DCA403C2-B5F0-4531-9757-D864AC3DE928}" type="presOf" srcId="{7835F075-C2C0-4DAC-B6E9-CF49BABA66E1}" destId="{09DF66CB-EF85-4C01-9988-33897ECA2156}" srcOrd="0" destOrd="2" presId="urn:microsoft.com/office/officeart/2005/8/layout/chevron2"/>
    <dgm:cxn modelId="{844D68E2-2E6A-43F8-951F-B9CF4DD27B09}" srcId="{BDB7CC9A-3BD2-4AAD-A511-80954914245A}" destId="{01F88E38-0AAB-436E-8E62-838B494543C3}" srcOrd="0" destOrd="0" parTransId="{08503CC1-4466-4DAF-AAF6-45307785D62C}" sibTransId="{7D4CCED6-8FF1-491F-983D-0C86F181ED8E}"/>
    <dgm:cxn modelId="{1C2A88F1-4585-4E2E-9841-B6DF8D5FCA85}" srcId="{BDB7CC9A-3BD2-4AAD-A511-80954914245A}" destId="{166E9ACA-A06E-4554-88A6-54EAF091BC16}" srcOrd="1" destOrd="0" parTransId="{A7836835-6316-424A-860C-FB88FFC6E370}" sibTransId="{F9F6708E-569C-4359-8249-4EBFD315F5EF}"/>
    <dgm:cxn modelId="{A17FB2FE-10E1-4D52-8625-A3B429E9775A}" type="presOf" srcId="{5A945044-0CB7-4F32-A540-97B5AF6A26D4}" destId="{09DF66CB-EF85-4C01-9988-33897ECA2156}" srcOrd="0" destOrd="1" presId="urn:microsoft.com/office/officeart/2005/8/layout/chevron2"/>
    <dgm:cxn modelId="{90B80AF6-DC77-4DC6-B4EC-288400AFF2B0}" type="presParOf" srcId="{6B46E6E4-2110-4852-B1A1-5C7B7DBF31F0}" destId="{76CCF884-4940-4675-8F63-F3A89CD5B55A}" srcOrd="0" destOrd="0" presId="urn:microsoft.com/office/officeart/2005/8/layout/chevron2"/>
    <dgm:cxn modelId="{F59E0C37-C508-4279-BF63-186FF4BF0453}" type="presParOf" srcId="{76CCF884-4940-4675-8F63-F3A89CD5B55A}" destId="{E519DA77-2E01-496E-B2E2-EECED66AD631}" srcOrd="0" destOrd="0" presId="urn:microsoft.com/office/officeart/2005/8/layout/chevron2"/>
    <dgm:cxn modelId="{6B2E6401-1252-4CB1-AEC6-F0CA7C7C9ED8}" type="presParOf" srcId="{76CCF884-4940-4675-8F63-F3A89CD5B55A}" destId="{09DF66CB-EF85-4C01-9988-33897ECA2156}" srcOrd="1" destOrd="0" presId="urn:microsoft.com/office/officeart/2005/8/layout/chevron2"/>
    <dgm:cxn modelId="{39B37221-EA67-4365-8BE4-5D625BB06D74}" type="presParOf" srcId="{6B46E6E4-2110-4852-B1A1-5C7B7DBF31F0}" destId="{C3DCA8A3-62BF-458F-A8BA-DCB278F8FA99}" srcOrd="1" destOrd="0" presId="urn:microsoft.com/office/officeart/2005/8/layout/chevron2"/>
    <dgm:cxn modelId="{77F0CAA4-2E49-4369-B266-71E45760387D}" type="presParOf" srcId="{6B46E6E4-2110-4852-B1A1-5C7B7DBF31F0}" destId="{D99A0945-EA21-40FA-B12B-59CA1E6AE1B2}" srcOrd="2" destOrd="0" presId="urn:microsoft.com/office/officeart/2005/8/layout/chevron2"/>
    <dgm:cxn modelId="{6A5915C3-0467-4F3B-A839-0AE865519907}" type="presParOf" srcId="{D99A0945-EA21-40FA-B12B-59CA1E6AE1B2}" destId="{7A1ECF3B-273D-4769-AA07-683C8350744B}" srcOrd="0" destOrd="0" presId="urn:microsoft.com/office/officeart/2005/8/layout/chevron2"/>
    <dgm:cxn modelId="{B51ECD32-195D-4CB6-90C8-649A2D4AC29A}" type="presParOf" srcId="{D99A0945-EA21-40FA-B12B-59CA1E6AE1B2}" destId="{DC1E52A4-F095-4A3B-A89F-24D72EB06D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DB7CC9A-3BD2-4AAD-A511-80954914245A}" type="doc">
      <dgm:prSet loTypeId="urn:microsoft.com/office/officeart/2005/8/layout/hierarchy3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00DFE877-D383-4099-9458-3F1E31716B6E}">
      <dgm:prSet/>
      <dgm:spPr/>
      <dgm:t>
        <a:bodyPr/>
        <a:lstStyle/>
        <a:p>
          <a:r>
            <a:rPr lang="es-ES" noProof="1"/>
            <a:t>General</a:t>
          </a:r>
        </a:p>
      </dgm:t>
    </dgm:pt>
    <dgm:pt modelId="{06FBAA2B-F7EE-47BD-B7AD-D185A9E44666}" type="parTrans" cxnId="{D1F078A1-8BD5-46AC-AD96-BDA926B186AB}">
      <dgm:prSet/>
      <dgm:spPr/>
      <dgm:t>
        <a:bodyPr/>
        <a:lstStyle/>
        <a:p>
          <a:endParaRPr lang="en-GB"/>
        </a:p>
      </dgm:t>
    </dgm:pt>
    <dgm:pt modelId="{74104CA8-F323-43EB-A5D2-0C61EC821C87}" type="sibTrans" cxnId="{D1F078A1-8BD5-46AC-AD96-BDA926B186AB}">
      <dgm:prSet/>
      <dgm:spPr/>
      <dgm:t>
        <a:bodyPr/>
        <a:lstStyle/>
        <a:p>
          <a:endParaRPr lang="en-GB"/>
        </a:p>
      </dgm:t>
    </dgm:pt>
    <dgm:pt modelId="{03E4E3B0-38DC-499B-9568-2A33B15F8EEC}">
      <dgm:prSet/>
      <dgm:spPr/>
      <dgm:t>
        <a:bodyPr/>
        <a:lstStyle/>
        <a:p>
          <a:r>
            <a:rPr lang="es-ES" noProof="1"/>
            <a:t>Unity</a:t>
          </a:r>
        </a:p>
      </dgm:t>
    </dgm:pt>
    <dgm:pt modelId="{192E5C12-58C3-4B28-928A-38175091AB80}" type="parTrans" cxnId="{233F2226-6C60-41E2-B3C3-5EF8F769F2E4}">
      <dgm:prSet/>
      <dgm:spPr/>
      <dgm:t>
        <a:bodyPr/>
        <a:lstStyle/>
        <a:p>
          <a:endParaRPr lang="en-GB"/>
        </a:p>
      </dgm:t>
    </dgm:pt>
    <dgm:pt modelId="{C2451561-42A6-4035-9A55-4993C8C51294}" type="sibTrans" cxnId="{233F2226-6C60-41E2-B3C3-5EF8F769F2E4}">
      <dgm:prSet/>
      <dgm:spPr/>
      <dgm:t>
        <a:bodyPr/>
        <a:lstStyle/>
        <a:p>
          <a:endParaRPr lang="en-GB"/>
        </a:p>
      </dgm:t>
    </dgm:pt>
    <dgm:pt modelId="{707F4F63-023F-487D-A3F6-0804E1B6EE44}">
      <dgm:prSet/>
      <dgm:spPr/>
      <dgm:t>
        <a:bodyPr/>
        <a:lstStyle/>
        <a:p>
          <a:r>
            <a:rPr lang="es-ES" noProof="1"/>
            <a:t>Godot</a:t>
          </a:r>
        </a:p>
      </dgm:t>
    </dgm:pt>
    <dgm:pt modelId="{3A144AD5-EBF4-419E-9491-94E017884189}" type="parTrans" cxnId="{D5FA4769-8C5D-495F-917C-A5BE34D27AD9}">
      <dgm:prSet/>
      <dgm:spPr/>
      <dgm:t>
        <a:bodyPr/>
        <a:lstStyle/>
        <a:p>
          <a:endParaRPr lang="en-GB"/>
        </a:p>
      </dgm:t>
    </dgm:pt>
    <dgm:pt modelId="{6DC43C75-E811-413E-9A1F-BCB6D40D3D1E}" type="sibTrans" cxnId="{D5FA4769-8C5D-495F-917C-A5BE34D27AD9}">
      <dgm:prSet/>
      <dgm:spPr/>
      <dgm:t>
        <a:bodyPr/>
        <a:lstStyle/>
        <a:p>
          <a:endParaRPr lang="en-GB"/>
        </a:p>
      </dgm:t>
    </dgm:pt>
    <dgm:pt modelId="{43F597DB-BF39-464F-9CF6-3EAD5DE355A1}">
      <dgm:prSet/>
      <dgm:spPr/>
      <dgm:t>
        <a:bodyPr/>
        <a:lstStyle/>
        <a:p>
          <a:r>
            <a:rPr lang="es-ES" noProof="1"/>
            <a:t>GameMaker</a:t>
          </a:r>
        </a:p>
      </dgm:t>
    </dgm:pt>
    <dgm:pt modelId="{8142F2A7-F290-41D3-8AE4-DC4C914C0E74}" type="parTrans" cxnId="{FC125F7A-D806-4AA7-ADA3-119797732B07}">
      <dgm:prSet/>
      <dgm:spPr/>
      <dgm:t>
        <a:bodyPr/>
        <a:lstStyle/>
        <a:p>
          <a:endParaRPr lang="en-GB"/>
        </a:p>
      </dgm:t>
    </dgm:pt>
    <dgm:pt modelId="{75781C52-55DD-4FFC-9F48-3ADCA0FC766A}" type="sibTrans" cxnId="{FC125F7A-D806-4AA7-ADA3-119797732B07}">
      <dgm:prSet/>
      <dgm:spPr/>
      <dgm:t>
        <a:bodyPr/>
        <a:lstStyle/>
        <a:p>
          <a:endParaRPr lang="en-GB"/>
        </a:p>
      </dgm:t>
    </dgm:pt>
    <dgm:pt modelId="{87FA7650-4C61-4831-9E66-84E7EF26E0A1}">
      <dgm:prSet/>
      <dgm:spPr/>
      <dgm:t>
        <a:bodyPr/>
        <a:lstStyle/>
        <a:p>
          <a:r>
            <a:rPr lang="es-ES" noProof="1"/>
            <a:t>El mejor motor depende del contexto.</a:t>
          </a:r>
        </a:p>
      </dgm:t>
    </dgm:pt>
    <dgm:pt modelId="{1A0CBF45-5099-45E3-A456-90DE587AB4BF}" type="parTrans" cxnId="{1C6E4C50-76BD-4913-81F7-B378A0B5C051}">
      <dgm:prSet/>
      <dgm:spPr/>
      <dgm:t>
        <a:bodyPr/>
        <a:lstStyle/>
        <a:p>
          <a:endParaRPr lang="en-GB"/>
        </a:p>
      </dgm:t>
    </dgm:pt>
    <dgm:pt modelId="{CC533631-722A-472F-8AD5-A7EC01559544}" type="sibTrans" cxnId="{1C6E4C50-76BD-4913-81F7-B378A0B5C051}">
      <dgm:prSet/>
      <dgm:spPr/>
      <dgm:t>
        <a:bodyPr/>
        <a:lstStyle/>
        <a:p>
          <a:endParaRPr lang="en-GB"/>
        </a:p>
      </dgm:t>
    </dgm:pt>
    <dgm:pt modelId="{909F8F90-B3A1-4116-8CAA-9BB5C273DD86}">
      <dgm:prSet/>
      <dgm:spPr/>
      <dgm:t>
        <a:bodyPr/>
        <a:lstStyle/>
        <a:p>
          <a:r>
            <a:rPr lang="es-ES" noProof="1"/>
            <a:t>Todos son opciones solidas.</a:t>
          </a:r>
        </a:p>
      </dgm:t>
    </dgm:pt>
    <dgm:pt modelId="{56F47611-1A4B-4D34-82F6-DEF33EE53DE4}" type="parTrans" cxnId="{0A6C1502-CACF-41C7-A28B-F9318BDDB555}">
      <dgm:prSet/>
      <dgm:spPr/>
      <dgm:t>
        <a:bodyPr/>
        <a:lstStyle/>
        <a:p>
          <a:endParaRPr lang="en-GB"/>
        </a:p>
      </dgm:t>
    </dgm:pt>
    <dgm:pt modelId="{2A7DB632-6158-4149-B1FB-9D82C2137A2F}" type="sibTrans" cxnId="{0A6C1502-CACF-41C7-A28B-F9318BDDB555}">
      <dgm:prSet/>
      <dgm:spPr/>
      <dgm:t>
        <a:bodyPr/>
        <a:lstStyle/>
        <a:p>
          <a:endParaRPr lang="en-GB"/>
        </a:p>
      </dgm:t>
    </dgm:pt>
    <dgm:pt modelId="{4EECCEE4-BD82-434F-A369-358D75253C0A}">
      <dgm:prSet/>
      <dgm:spPr/>
      <dgm:t>
        <a:bodyPr/>
        <a:lstStyle/>
        <a:p>
          <a:r>
            <a:rPr lang="es-ES" noProof="1"/>
            <a:t>Todos tienen una buena documentación.</a:t>
          </a:r>
        </a:p>
      </dgm:t>
    </dgm:pt>
    <dgm:pt modelId="{0523E785-D3E7-4D02-9406-81FD801AF172}" type="parTrans" cxnId="{3C9DB228-C99C-41A5-94A7-D326087499AA}">
      <dgm:prSet/>
      <dgm:spPr/>
      <dgm:t>
        <a:bodyPr/>
        <a:lstStyle/>
        <a:p>
          <a:endParaRPr lang="en-GB"/>
        </a:p>
      </dgm:t>
    </dgm:pt>
    <dgm:pt modelId="{3699F2D0-0580-4EBC-8EE5-7DA043AD7766}" type="sibTrans" cxnId="{3C9DB228-C99C-41A5-94A7-D326087499AA}">
      <dgm:prSet/>
      <dgm:spPr/>
      <dgm:t>
        <a:bodyPr/>
        <a:lstStyle/>
        <a:p>
          <a:endParaRPr lang="en-GB"/>
        </a:p>
      </dgm:t>
    </dgm:pt>
    <dgm:pt modelId="{8A7A2A1C-1BB3-4392-915C-D156772EEC00}">
      <dgm:prSet/>
      <dgm:spPr/>
      <dgm:t>
        <a:bodyPr/>
        <a:lstStyle/>
        <a:p>
          <a:r>
            <a:rPr lang="es-ES" noProof="1"/>
            <a:t>Todos tienen una buena comunidad.</a:t>
          </a:r>
        </a:p>
      </dgm:t>
    </dgm:pt>
    <dgm:pt modelId="{432647A5-9ADE-49E3-80EB-EDD164687691}" type="parTrans" cxnId="{CE49300D-6874-4545-BB6E-C96509E2D694}">
      <dgm:prSet/>
      <dgm:spPr/>
      <dgm:t>
        <a:bodyPr/>
        <a:lstStyle/>
        <a:p>
          <a:endParaRPr lang="en-GB"/>
        </a:p>
      </dgm:t>
    </dgm:pt>
    <dgm:pt modelId="{42D1DE46-EB72-4A73-BDA2-CDEA51015931}" type="sibTrans" cxnId="{CE49300D-6874-4545-BB6E-C96509E2D694}">
      <dgm:prSet/>
      <dgm:spPr/>
      <dgm:t>
        <a:bodyPr/>
        <a:lstStyle/>
        <a:p>
          <a:endParaRPr lang="en-GB"/>
        </a:p>
      </dgm:t>
    </dgm:pt>
    <dgm:pt modelId="{B5C195D0-3E95-4699-97D8-0C665596EA3F}">
      <dgm:prSet/>
      <dgm:spPr/>
      <dgm:t>
        <a:bodyPr/>
        <a:lstStyle/>
        <a:p>
          <a:r>
            <a:rPr lang="es-ES" noProof="1"/>
            <a:t>Muchos tutoriales.</a:t>
          </a:r>
        </a:p>
      </dgm:t>
    </dgm:pt>
    <dgm:pt modelId="{02F7F9D8-C06F-40C0-80FF-EDC1B7EEA206}" type="parTrans" cxnId="{990F64FD-4AB1-4312-98ED-C144C6668496}">
      <dgm:prSet/>
      <dgm:spPr/>
      <dgm:t>
        <a:bodyPr/>
        <a:lstStyle/>
        <a:p>
          <a:endParaRPr lang="en-GB"/>
        </a:p>
      </dgm:t>
    </dgm:pt>
    <dgm:pt modelId="{8F6FD2CF-A61C-4D51-875F-79E1C9F3281E}" type="sibTrans" cxnId="{990F64FD-4AB1-4312-98ED-C144C6668496}">
      <dgm:prSet/>
      <dgm:spPr/>
      <dgm:t>
        <a:bodyPr/>
        <a:lstStyle/>
        <a:p>
          <a:endParaRPr lang="en-GB"/>
        </a:p>
      </dgm:t>
    </dgm:pt>
    <dgm:pt modelId="{4225188D-AAA6-4988-84FA-2FB20CE1F0C8}">
      <dgm:prSet/>
      <dgm:spPr/>
      <dgm:t>
        <a:bodyPr/>
        <a:lstStyle/>
        <a:p>
          <a:r>
            <a:rPr lang="es-ES" noProof="1"/>
            <a:t>Simple, ligero y buena capacidad técnica.</a:t>
          </a:r>
        </a:p>
      </dgm:t>
    </dgm:pt>
    <dgm:pt modelId="{79AC5522-9CFA-49B8-ABFC-7305431D8560}" type="parTrans" cxnId="{4B50B967-6740-4264-B2C4-02786A6F58A5}">
      <dgm:prSet/>
      <dgm:spPr/>
      <dgm:t>
        <a:bodyPr/>
        <a:lstStyle/>
        <a:p>
          <a:endParaRPr lang="en-GB"/>
        </a:p>
      </dgm:t>
    </dgm:pt>
    <dgm:pt modelId="{A92D16B3-8B61-4EBE-9375-4FEB1A1B9C97}" type="sibTrans" cxnId="{4B50B967-6740-4264-B2C4-02786A6F58A5}">
      <dgm:prSet/>
      <dgm:spPr/>
      <dgm:t>
        <a:bodyPr/>
        <a:lstStyle/>
        <a:p>
          <a:endParaRPr lang="en-GB"/>
        </a:p>
      </dgm:t>
    </dgm:pt>
    <dgm:pt modelId="{6C2179EB-6AE0-487B-BD7C-8E9BDE81306B}">
      <dgm:prSet/>
      <dgm:spPr/>
      <dgm:t>
        <a:bodyPr/>
        <a:lstStyle/>
        <a:p>
          <a:r>
            <a:rPr lang="es-ES" noProof="1"/>
            <a:t>Completamente gratuito (open source).</a:t>
          </a:r>
        </a:p>
      </dgm:t>
    </dgm:pt>
    <dgm:pt modelId="{12D1FFFA-E680-4FE4-AFBA-1A18F2B296A0}" type="parTrans" cxnId="{67EDB9CE-4F21-46F0-B5A4-0240DC40C07A}">
      <dgm:prSet/>
      <dgm:spPr/>
      <dgm:t>
        <a:bodyPr/>
        <a:lstStyle/>
        <a:p>
          <a:endParaRPr lang="en-GB"/>
        </a:p>
      </dgm:t>
    </dgm:pt>
    <dgm:pt modelId="{462C9396-581B-498C-A1BC-3AA098C34FC9}" type="sibTrans" cxnId="{67EDB9CE-4F21-46F0-B5A4-0240DC40C07A}">
      <dgm:prSet/>
      <dgm:spPr/>
      <dgm:t>
        <a:bodyPr/>
        <a:lstStyle/>
        <a:p>
          <a:endParaRPr lang="en-GB"/>
        </a:p>
      </dgm:t>
    </dgm:pt>
    <dgm:pt modelId="{E596319F-EC92-4953-BAD8-087731BE1678}">
      <dgm:prSet/>
      <dgm:spPr/>
      <dgm:t>
        <a:bodyPr/>
        <a:lstStyle/>
        <a:p>
          <a:r>
            <a:rPr lang="es-ES" noProof="1"/>
            <a:t>Desarrolla juegos rápidamente pero con menor flexibilidad arquitectónica.</a:t>
          </a:r>
        </a:p>
      </dgm:t>
    </dgm:pt>
    <dgm:pt modelId="{A2579001-87CD-4BC1-8203-166547C1AE18}" type="parTrans" cxnId="{5611DEA2-62E0-4F8E-9CE3-19ADBAC758A3}">
      <dgm:prSet/>
      <dgm:spPr/>
      <dgm:t>
        <a:bodyPr/>
        <a:lstStyle/>
        <a:p>
          <a:endParaRPr lang="en-GB"/>
        </a:p>
      </dgm:t>
    </dgm:pt>
    <dgm:pt modelId="{C0C677A2-03BC-4F67-B083-BFD910010E0B}" type="sibTrans" cxnId="{5611DEA2-62E0-4F8E-9CE3-19ADBAC758A3}">
      <dgm:prSet/>
      <dgm:spPr/>
      <dgm:t>
        <a:bodyPr/>
        <a:lstStyle/>
        <a:p>
          <a:endParaRPr lang="en-GB"/>
        </a:p>
      </dgm:t>
    </dgm:pt>
    <dgm:pt modelId="{4650A34E-A07E-46EA-A4EA-CA930BD87FED}">
      <dgm:prSet/>
      <dgm:spPr/>
      <dgm:t>
        <a:bodyPr/>
        <a:lstStyle/>
        <a:p>
          <a:r>
            <a:rPr lang="es-ES" noProof="1"/>
            <a:t>Comisión tras cierto beneficio anual.</a:t>
          </a:r>
        </a:p>
      </dgm:t>
    </dgm:pt>
    <dgm:pt modelId="{B17E7494-35A9-4185-8C16-7A6D1401C02C}" type="parTrans" cxnId="{F2F0CA52-F38C-408A-8E76-216E62183903}">
      <dgm:prSet/>
      <dgm:spPr/>
      <dgm:t>
        <a:bodyPr/>
        <a:lstStyle/>
        <a:p>
          <a:endParaRPr lang="en-GB"/>
        </a:p>
      </dgm:t>
    </dgm:pt>
    <dgm:pt modelId="{755F20F2-7421-4892-B7D9-6A9401A39F42}" type="sibTrans" cxnId="{F2F0CA52-F38C-408A-8E76-216E62183903}">
      <dgm:prSet/>
      <dgm:spPr/>
      <dgm:t>
        <a:bodyPr/>
        <a:lstStyle/>
        <a:p>
          <a:endParaRPr lang="en-GB"/>
        </a:p>
      </dgm:t>
    </dgm:pt>
    <dgm:pt modelId="{9F579A1B-0BBE-450E-806B-A9F9351DFD0F}">
      <dgm:prSet/>
      <dgm:spPr/>
      <dgm:t>
        <a:bodyPr/>
        <a:lstStyle/>
        <a:p>
          <a:r>
            <a:rPr lang="es-ES" noProof="1"/>
            <a:t>Ecosistema más completo y escalable.</a:t>
          </a:r>
        </a:p>
      </dgm:t>
    </dgm:pt>
    <dgm:pt modelId="{6726AF44-3657-4440-9C72-B6FA90E132D7}" type="parTrans" cxnId="{73EF7788-7CB3-47B7-BBD5-E96145DF87A6}">
      <dgm:prSet/>
      <dgm:spPr/>
      <dgm:t>
        <a:bodyPr/>
        <a:lstStyle/>
        <a:p>
          <a:endParaRPr lang="en-GB"/>
        </a:p>
      </dgm:t>
    </dgm:pt>
    <dgm:pt modelId="{479F0B7C-D82D-438C-98AD-522C06068A65}" type="sibTrans" cxnId="{73EF7788-7CB3-47B7-BBD5-E96145DF87A6}">
      <dgm:prSet/>
      <dgm:spPr/>
      <dgm:t>
        <a:bodyPr/>
        <a:lstStyle/>
        <a:p>
          <a:endParaRPr lang="en-GB"/>
        </a:p>
      </dgm:t>
    </dgm:pt>
    <dgm:pt modelId="{2E46DAA6-132B-4995-A8EC-429D1E75FAC3}">
      <dgm:prSet/>
      <dgm:spPr/>
      <dgm:t>
        <a:bodyPr/>
        <a:lstStyle/>
        <a:p>
          <a:r>
            <a:rPr lang="es-ES" noProof="1"/>
            <a:t>Muchas herramientas out of the box.</a:t>
          </a:r>
        </a:p>
      </dgm:t>
    </dgm:pt>
    <dgm:pt modelId="{CF63EEFC-4675-447A-861E-2343BA318D23}" type="parTrans" cxnId="{9200F37E-F11E-4F4F-A743-B8B02BEBB5D4}">
      <dgm:prSet/>
      <dgm:spPr/>
      <dgm:t>
        <a:bodyPr/>
        <a:lstStyle/>
        <a:p>
          <a:endParaRPr lang="en-GB"/>
        </a:p>
      </dgm:t>
    </dgm:pt>
    <dgm:pt modelId="{B3E35AFE-C238-462E-B150-C57107228F15}" type="sibTrans" cxnId="{9200F37E-F11E-4F4F-A743-B8B02BEBB5D4}">
      <dgm:prSet/>
      <dgm:spPr/>
      <dgm:t>
        <a:bodyPr/>
        <a:lstStyle/>
        <a:p>
          <a:endParaRPr lang="en-GB"/>
        </a:p>
      </dgm:t>
    </dgm:pt>
    <dgm:pt modelId="{30BA96AB-C184-47E4-B0BF-9B3E9A25088C}">
      <dgm:prSet/>
      <dgm:spPr/>
      <dgm:t>
        <a:bodyPr/>
        <a:lstStyle/>
        <a:p>
          <a:r>
            <a:rPr lang="es-ES" noProof="1"/>
            <a:t>Varias herramientas out of the box.</a:t>
          </a:r>
        </a:p>
      </dgm:t>
    </dgm:pt>
    <dgm:pt modelId="{2E096476-6C82-4534-B44D-A0E38581C96F}" type="parTrans" cxnId="{FC26D599-1BB7-4139-B9F1-31BA48820153}">
      <dgm:prSet/>
      <dgm:spPr/>
      <dgm:t>
        <a:bodyPr/>
        <a:lstStyle/>
        <a:p>
          <a:endParaRPr lang="en-GB"/>
        </a:p>
      </dgm:t>
    </dgm:pt>
    <dgm:pt modelId="{A23D6F73-9C17-4E35-88B6-E1F856A6AB66}" type="sibTrans" cxnId="{FC26D599-1BB7-4139-B9F1-31BA48820153}">
      <dgm:prSet/>
      <dgm:spPr/>
      <dgm:t>
        <a:bodyPr/>
        <a:lstStyle/>
        <a:p>
          <a:endParaRPr lang="en-GB"/>
        </a:p>
      </dgm:t>
    </dgm:pt>
    <dgm:pt modelId="{9C0461B3-38E7-457D-B305-643958513D73}">
      <dgm:prSet/>
      <dgm:spPr/>
      <dgm:t>
        <a:bodyPr/>
        <a:lstStyle/>
        <a:p>
          <a:r>
            <a:rPr lang="es-ES" noProof="1"/>
            <a:t>Optimizado para 2D.</a:t>
          </a:r>
        </a:p>
      </dgm:t>
    </dgm:pt>
    <dgm:pt modelId="{F33B2C96-8B51-441F-A64F-4CF8B04B4F72}" type="parTrans" cxnId="{20C1EEB8-1701-4524-92A2-A79BE36C3C58}">
      <dgm:prSet/>
      <dgm:spPr/>
      <dgm:t>
        <a:bodyPr/>
        <a:lstStyle/>
        <a:p>
          <a:endParaRPr lang="en-GB"/>
        </a:p>
      </dgm:t>
    </dgm:pt>
    <dgm:pt modelId="{1428ECBF-EE26-4D58-8DAD-FBC5D1810599}" type="sibTrans" cxnId="{20C1EEB8-1701-4524-92A2-A79BE36C3C58}">
      <dgm:prSet/>
      <dgm:spPr/>
      <dgm:t>
        <a:bodyPr/>
        <a:lstStyle/>
        <a:p>
          <a:endParaRPr lang="en-GB"/>
        </a:p>
      </dgm:t>
    </dgm:pt>
    <dgm:pt modelId="{E0691242-7316-4F71-ACBD-4976FF21A1DA}">
      <dgm:prSet/>
      <dgm:spPr/>
      <dgm:t>
        <a:bodyPr/>
        <a:lstStyle/>
        <a:p>
          <a:r>
            <a:rPr lang="es-ES" noProof="1"/>
            <a:t>Visual scripting.</a:t>
          </a:r>
        </a:p>
      </dgm:t>
    </dgm:pt>
    <dgm:pt modelId="{1F2C7B4D-7051-49C5-BB7E-3D5F8719D337}" type="parTrans" cxnId="{4E59E493-73DC-45EE-A858-BCEE60619CCD}">
      <dgm:prSet/>
      <dgm:spPr/>
      <dgm:t>
        <a:bodyPr/>
        <a:lstStyle/>
        <a:p>
          <a:endParaRPr lang="en-GB"/>
        </a:p>
      </dgm:t>
    </dgm:pt>
    <dgm:pt modelId="{DEB1E1E5-D186-4BEB-922A-E80F7CAD4553}" type="sibTrans" cxnId="{4E59E493-73DC-45EE-A858-BCEE60619CCD}">
      <dgm:prSet/>
      <dgm:spPr/>
      <dgm:t>
        <a:bodyPr/>
        <a:lstStyle/>
        <a:p>
          <a:endParaRPr lang="en-GB"/>
        </a:p>
      </dgm:t>
    </dgm:pt>
    <dgm:pt modelId="{4771AAD0-5A81-4A39-A2E5-BF0AA4AF5304}">
      <dgm:prSet/>
      <dgm:spPr/>
      <dgm:t>
        <a:bodyPr/>
        <a:lstStyle/>
        <a:p>
          <a:r>
            <a:rPr lang="es-ES" noProof="1"/>
            <a:t>Un par de herramientas out of the box.</a:t>
          </a:r>
        </a:p>
      </dgm:t>
    </dgm:pt>
    <dgm:pt modelId="{0D987443-67DD-4BD7-9846-5245B114838C}" type="parTrans" cxnId="{790A35A7-68F9-49B0-82E4-F05548FC39CE}">
      <dgm:prSet/>
      <dgm:spPr/>
      <dgm:t>
        <a:bodyPr/>
        <a:lstStyle/>
        <a:p>
          <a:endParaRPr lang="en-GB"/>
        </a:p>
      </dgm:t>
    </dgm:pt>
    <dgm:pt modelId="{E45B9662-2A66-454E-9B95-0D893A05C9AB}" type="sibTrans" cxnId="{790A35A7-68F9-49B0-82E4-F05548FC39CE}">
      <dgm:prSet/>
      <dgm:spPr/>
      <dgm:t>
        <a:bodyPr/>
        <a:lstStyle/>
        <a:p>
          <a:endParaRPr lang="en-GB"/>
        </a:p>
      </dgm:t>
    </dgm:pt>
    <dgm:pt modelId="{CD6F6516-51A2-44CF-8A59-7356DB327826}" type="pres">
      <dgm:prSet presAssocID="{BDB7CC9A-3BD2-4AAD-A511-8095491424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3E104A-CDAF-4F13-89A3-98F9763689C3}" type="pres">
      <dgm:prSet presAssocID="{00DFE877-D383-4099-9458-3F1E31716B6E}" presName="root" presStyleCnt="0"/>
      <dgm:spPr/>
    </dgm:pt>
    <dgm:pt modelId="{D6E8FF9A-159E-4733-84DB-13D83039BFE4}" type="pres">
      <dgm:prSet presAssocID="{00DFE877-D383-4099-9458-3F1E31716B6E}" presName="rootComposite" presStyleCnt="0"/>
      <dgm:spPr/>
    </dgm:pt>
    <dgm:pt modelId="{199796EE-AA90-4F70-B798-A464BFE7C9BF}" type="pres">
      <dgm:prSet presAssocID="{00DFE877-D383-4099-9458-3F1E31716B6E}" presName="rootText" presStyleLbl="node1" presStyleIdx="0" presStyleCnt="4"/>
      <dgm:spPr/>
    </dgm:pt>
    <dgm:pt modelId="{1C424910-B38D-4EA5-99FD-7A49577B84F3}" type="pres">
      <dgm:prSet presAssocID="{00DFE877-D383-4099-9458-3F1E31716B6E}" presName="rootConnector" presStyleLbl="node1" presStyleIdx="0" presStyleCnt="4"/>
      <dgm:spPr/>
    </dgm:pt>
    <dgm:pt modelId="{041D772F-0580-4510-B7E0-0E6342B6C621}" type="pres">
      <dgm:prSet presAssocID="{00DFE877-D383-4099-9458-3F1E31716B6E}" presName="childShape" presStyleCnt="0"/>
      <dgm:spPr/>
    </dgm:pt>
    <dgm:pt modelId="{40CD7C2D-32D7-4751-B21D-D00A8F7C7797}" type="pres">
      <dgm:prSet presAssocID="{1A0CBF45-5099-45E3-A456-90DE587AB4BF}" presName="Name13" presStyleLbl="parChTrans1D2" presStyleIdx="0" presStyleCnt="15"/>
      <dgm:spPr/>
    </dgm:pt>
    <dgm:pt modelId="{5DDCDE1A-34EE-4976-AE21-7E9F6EC32FCF}" type="pres">
      <dgm:prSet presAssocID="{87FA7650-4C61-4831-9E66-84E7EF26E0A1}" presName="childText" presStyleLbl="bgAcc1" presStyleIdx="0" presStyleCnt="15">
        <dgm:presLayoutVars>
          <dgm:bulletEnabled val="1"/>
        </dgm:presLayoutVars>
      </dgm:prSet>
      <dgm:spPr/>
    </dgm:pt>
    <dgm:pt modelId="{5C4F3107-8D19-4F4D-9595-B28E9E86307A}" type="pres">
      <dgm:prSet presAssocID="{56F47611-1A4B-4D34-82F6-DEF33EE53DE4}" presName="Name13" presStyleLbl="parChTrans1D2" presStyleIdx="1" presStyleCnt="15"/>
      <dgm:spPr/>
    </dgm:pt>
    <dgm:pt modelId="{B14B64BA-5E0F-4410-9CFD-EB9435FBE886}" type="pres">
      <dgm:prSet presAssocID="{909F8F90-B3A1-4116-8CAA-9BB5C273DD86}" presName="childText" presStyleLbl="bgAcc1" presStyleIdx="1" presStyleCnt="15">
        <dgm:presLayoutVars>
          <dgm:bulletEnabled val="1"/>
        </dgm:presLayoutVars>
      </dgm:prSet>
      <dgm:spPr/>
    </dgm:pt>
    <dgm:pt modelId="{3DE8595C-3CBD-4A80-AB72-170937B8C76B}" type="pres">
      <dgm:prSet presAssocID="{0523E785-D3E7-4D02-9406-81FD801AF172}" presName="Name13" presStyleLbl="parChTrans1D2" presStyleIdx="2" presStyleCnt="15"/>
      <dgm:spPr/>
    </dgm:pt>
    <dgm:pt modelId="{70485E90-BA9D-4F78-8CA2-EE5941E76C55}" type="pres">
      <dgm:prSet presAssocID="{4EECCEE4-BD82-434F-A369-358D75253C0A}" presName="childText" presStyleLbl="bgAcc1" presStyleIdx="2" presStyleCnt="15">
        <dgm:presLayoutVars>
          <dgm:bulletEnabled val="1"/>
        </dgm:presLayoutVars>
      </dgm:prSet>
      <dgm:spPr/>
    </dgm:pt>
    <dgm:pt modelId="{F6403A95-3367-4361-885E-A04908728A73}" type="pres">
      <dgm:prSet presAssocID="{432647A5-9ADE-49E3-80EB-EDD164687691}" presName="Name13" presStyleLbl="parChTrans1D2" presStyleIdx="3" presStyleCnt="15"/>
      <dgm:spPr/>
    </dgm:pt>
    <dgm:pt modelId="{9B6B77DA-8221-49D1-8C0E-22DFFB5F07E0}" type="pres">
      <dgm:prSet presAssocID="{8A7A2A1C-1BB3-4392-915C-D156772EEC00}" presName="childText" presStyleLbl="bgAcc1" presStyleIdx="3" presStyleCnt="15">
        <dgm:presLayoutVars>
          <dgm:bulletEnabled val="1"/>
        </dgm:presLayoutVars>
      </dgm:prSet>
      <dgm:spPr/>
    </dgm:pt>
    <dgm:pt modelId="{DFC1ADA9-2A02-4246-B433-879A4F000413}" type="pres">
      <dgm:prSet presAssocID="{03E4E3B0-38DC-499B-9568-2A33B15F8EEC}" presName="root" presStyleCnt="0"/>
      <dgm:spPr/>
    </dgm:pt>
    <dgm:pt modelId="{5B4D736C-B84E-4F31-B420-97EC7D77EE55}" type="pres">
      <dgm:prSet presAssocID="{03E4E3B0-38DC-499B-9568-2A33B15F8EEC}" presName="rootComposite" presStyleCnt="0"/>
      <dgm:spPr/>
    </dgm:pt>
    <dgm:pt modelId="{9231DB6C-C6C9-48E2-8AF8-99FA7F31E6C4}" type="pres">
      <dgm:prSet presAssocID="{03E4E3B0-38DC-499B-9568-2A33B15F8EEC}" presName="rootText" presStyleLbl="node1" presStyleIdx="1" presStyleCnt="4"/>
      <dgm:spPr/>
    </dgm:pt>
    <dgm:pt modelId="{FA691EC3-F6CA-4415-A81E-E01B95A2F7EA}" type="pres">
      <dgm:prSet presAssocID="{03E4E3B0-38DC-499B-9568-2A33B15F8EEC}" presName="rootConnector" presStyleLbl="node1" presStyleIdx="1" presStyleCnt="4"/>
      <dgm:spPr/>
    </dgm:pt>
    <dgm:pt modelId="{21960111-851C-41C2-9FCC-0B2C2EE3FE64}" type="pres">
      <dgm:prSet presAssocID="{03E4E3B0-38DC-499B-9568-2A33B15F8EEC}" presName="childShape" presStyleCnt="0"/>
      <dgm:spPr/>
    </dgm:pt>
    <dgm:pt modelId="{7064143C-A836-4513-B168-2CBDF4F1DAD5}" type="pres">
      <dgm:prSet presAssocID="{02F7F9D8-C06F-40C0-80FF-EDC1B7EEA206}" presName="Name13" presStyleLbl="parChTrans1D2" presStyleIdx="4" presStyleCnt="15"/>
      <dgm:spPr/>
    </dgm:pt>
    <dgm:pt modelId="{0F8C0A1D-5183-4135-90DF-EE12369D6E7A}" type="pres">
      <dgm:prSet presAssocID="{B5C195D0-3E95-4699-97D8-0C665596EA3F}" presName="childText" presStyleLbl="bgAcc1" presStyleIdx="4" presStyleCnt="15">
        <dgm:presLayoutVars>
          <dgm:bulletEnabled val="1"/>
        </dgm:presLayoutVars>
      </dgm:prSet>
      <dgm:spPr/>
    </dgm:pt>
    <dgm:pt modelId="{20D54325-1506-4700-A4B8-05131BCF77C1}" type="pres">
      <dgm:prSet presAssocID="{B17E7494-35A9-4185-8C16-7A6D1401C02C}" presName="Name13" presStyleLbl="parChTrans1D2" presStyleIdx="5" presStyleCnt="15"/>
      <dgm:spPr/>
    </dgm:pt>
    <dgm:pt modelId="{4A876711-BBB4-460E-8F43-7E1B891D4321}" type="pres">
      <dgm:prSet presAssocID="{4650A34E-A07E-46EA-A4EA-CA930BD87FED}" presName="childText" presStyleLbl="bgAcc1" presStyleIdx="5" presStyleCnt="15">
        <dgm:presLayoutVars>
          <dgm:bulletEnabled val="1"/>
        </dgm:presLayoutVars>
      </dgm:prSet>
      <dgm:spPr/>
    </dgm:pt>
    <dgm:pt modelId="{10EB5672-7E8C-4D2C-93A5-F08E5ED1F4BA}" type="pres">
      <dgm:prSet presAssocID="{6726AF44-3657-4440-9C72-B6FA90E132D7}" presName="Name13" presStyleLbl="parChTrans1D2" presStyleIdx="6" presStyleCnt="15"/>
      <dgm:spPr/>
    </dgm:pt>
    <dgm:pt modelId="{F210C961-0CD8-454F-9371-6286F5343CC7}" type="pres">
      <dgm:prSet presAssocID="{9F579A1B-0BBE-450E-806B-A9F9351DFD0F}" presName="childText" presStyleLbl="bgAcc1" presStyleIdx="6" presStyleCnt="15">
        <dgm:presLayoutVars>
          <dgm:bulletEnabled val="1"/>
        </dgm:presLayoutVars>
      </dgm:prSet>
      <dgm:spPr/>
    </dgm:pt>
    <dgm:pt modelId="{82143F3E-363C-413A-BDEC-CBA75853D3B1}" type="pres">
      <dgm:prSet presAssocID="{CF63EEFC-4675-447A-861E-2343BA318D23}" presName="Name13" presStyleLbl="parChTrans1D2" presStyleIdx="7" presStyleCnt="15"/>
      <dgm:spPr/>
    </dgm:pt>
    <dgm:pt modelId="{29A8ADB5-0AC9-4725-822D-B4EBCDC43432}" type="pres">
      <dgm:prSet presAssocID="{2E46DAA6-132B-4995-A8EC-429D1E75FAC3}" presName="childText" presStyleLbl="bgAcc1" presStyleIdx="7" presStyleCnt="15">
        <dgm:presLayoutVars>
          <dgm:bulletEnabled val="1"/>
        </dgm:presLayoutVars>
      </dgm:prSet>
      <dgm:spPr/>
    </dgm:pt>
    <dgm:pt modelId="{D5AFC246-C800-4848-92AC-D3CA44F4DB5B}" type="pres">
      <dgm:prSet presAssocID="{707F4F63-023F-487D-A3F6-0804E1B6EE44}" presName="root" presStyleCnt="0"/>
      <dgm:spPr/>
    </dgm:pt>
    <dgm:pt modelId="{CBEF9442-1E05-4B9F-BA77-F077A7266853}" type="pres">
      <dgm:prSet presAssocID="{707F4F63-023F-487D-A3F6-0804E1B6EE44}" presName="rootComposite" presStyleCnt="0"/>
      <dgm:spPr/>
    </dgm:pt>
    <dgm:pt modelId="{75D3EB81-F357-445F-98FC-4A455BF44FE0}" type="pres">
      <dgm:prSet presAssocID="{707F4F63-023F-487D-A3F6-0804E1B6EE44}" presName="rootText" presStyleLbl="node1" presStyleIdx="2" presStyleCnt="4"/>
      <dgm:spPr/>
    </dgm:pt>
    <dgm:pt modelId="{EB3D3A5E-C34D-4B9C-9E1F-196750DA8501}" type="pres">
      <dgm:prSet presAssocID="{707F4F63-023F-487D-A3F6-0804E1B6EE44}" presName="rootConnector" presStyleLbl="node1" presStyleIdx="2" presStyleCnt="4"/>
      <dgm:spPr/>
    </dgm:pt>
    <dgm:pt modelId="{37F00902-0AEF-4748-9254-3A39D8630C81}" type="pres">
      <dgm:prSet presAssocID="{707F4F63-023F-487D-A3F6-0804E1B6EE44}" presName="childShape" presStyleCnt="0"/>
      <dgm:spPr/>
    </dgm:pt>
    <dgm:pt modelId="{CAFBB3D6-2FEC-44FB-B52E-7236A5AC0425}" type="pres">
      <dgm:prSet presAssocID="{79AC5522-9CFA-49B8-ABFC-7305431D8560}" presName="Name13" presStyleLbl="parChTrans1D2" presStyleIdx="8" presStyleCnt="15"/>
      <dgm:spPr/>
    </dgm:pt>
    <dgm:pt modelId="{FC9519AE-5AB2-4FB8-8910-67BA8EAC409E}" type="pres">
      <dgm:prSet presAssocID="{4225188D-AAA6-4988-84FA-2FB20CE1F0C8}" presName="childText" presStyleLbl="bgAcc1" presStyleIdx="8" presStyleCnt="15">
        <dgm:presLayoutVars>
          <dgm:bulletEnabled val="1"/>
        </dgm:presLayoutVars>
      </dgm:prSet>
      <dgm:spPr/>
    </dgm:pt>
    <dgm:pt modelId="{431BD64B-D4C1-4098-B0B6-DD040A875D01}" type="pres">
      <dgm:prSet presAssocID="{12D1FFFA-E680-4FE4-AFBA-1A18F2B296A0}" presName="Name13" presStyleLbl="parChTrans1D2" presStyleIdx="9" presStyleCnt="15"/>
      <dgm:spPr/>
    </dgm:pt>
    <dgm:pt modelId="{52744EB9-2C34-498A-92E5-770DBCE0D7F4}" type="pres">
      <dgm:prSet presAssocID="{6C2179EB-6AE0-487B-BD7C-8E9BDE81306B}" presName="childText" presStyleLbl="bgAcc1" presStyleIdx="9" presStyleCnt="15">
        <dgm:presLayoutVars>
          <dgm:bulletEnabled val="1"/>
        </dgm:presLayoutVars>
      </dgm:prSet>
      <dgm:spPr/>
    </dgm:pt>
    <dgm:pt modelId="{CAD82696-1651-4811-ACB9-5232453B1B1C}" type="pres">
      <dgm:prSet presAssocID="{2E096476-6C82-4534-B44D-A0E38581C96F}" presName="Name13" presStyleLbl="parChTrans1D2" presStyleIdx="10" presStyleCnt="15"/>
      <dgm:spPr/>
    </dgm:pt>
    <dgm:pt modelId="{5952E84A-7661-409F-833A-1D2F46672807}" type="pres">
      <dgm:prSet presAssocID="{30BA96AB-C184-47E4-B0BF-9B3E9A25088C}" presName="childText" presStyleLbl="bgAcc1" presStyleIdx="10" presStyleCnt="15">
        <dgm:presLayoutVars>
          <dgm:bulletEnabled val="1"/>
        </dgm:presLayoutVars>
      </dgm:prSet>
      <dgm:spPr/>
    </dgm:pt>
    <dgm:pt modelId="{76775189-925A-4046-A080-B2405C1D3D55}" type="pres">
      <dgm:prSet presAssocID="{43F597DB-BF39-464F-9CF6-3EAD5DE355A1}" presName="root" presStyleCnt="0"/>
      <dgm:spPr/>
    </dgm:pt>
    <dgm:pt modelId="{4AEFD872-A43C-4E66-9E49-15684E0310A0}" type="pres">
      <dgm:prSet presAssocID="{43F597DB-BF39-464F-9CF6-3EAD5DE355A1}" presName="rootComposite" presStyleCnt="0"/>
      <dgm:spPr/>
    </dgm:pt>
    <dgm:pt modelId="{67258E77-C380-4B5D-848F-A3FC3F147557}" type="pres">
      <dgm:prSet presAssocID="{43F597DB-BF39-464F-9CF6-3EAD5DE355A1}" presName="rootText" presStyleLbl="node1" presStyleIdx="3" presStyleCnt="4"/>
      <dgm:spPr/>
    </dgm:pt>
    <dgm:pt modelId="{F173C921-72E4-4C50-B5CD-803256BAD633}" type="pres">
      <dgm:prSet presAssocID="{43F597DB-BF39-464F-9CF6-3EAD5DE355A1}" presName="rootConnector" presStyleLbl="node1" presStyleIdx="3" presStyleCnt="4"/>
      <dgm:spPr/>
    </dgm:pt>
    <dgm:pt modelId="{8E14B81D-FDE5-47D8-BB55-A34739FBED9B}" type="pres">
      <dgm:prSet presAssocID="{43F597DB-BF39-464F-9CF6-3EAD5DE355A1}" presName="childShape" presStyleCnt="0"/>
      <dgm:spPr/>
    </dgm:pt>
    <dgm:pt modelId="{759C3668-3315-4534-8A38-705C484ACF40}" type="pres">
      <dgm:prSet presAssocID="{F33B2C96-8B51-441F-A64F-4CF8B04B4F72}" presName="Name13" presStyleLbl="parChTrans1D2" presStyleIdx="11" presStyleCnt="15"/>
      <dgm:spPr/>
    </dgm:pt>
    <dgm:pt modelId="{C5912804-14A1-4EA7-BE3F-8F9A7B817320}" type="pres">
      <dgm:prSet presAssocID="{9C0461B3-38E7-457D-B305-643958513D73}" presName="childText" presStyleLbl="bgAcc1" presStyleIdx="11" presStyleCnt="15">
        <dgm:presLayoutVars>
          <dgm:bulletEnabled val="1"/>
        </dgm:presLayoutVars>
      </dgm:prSet>
      <dgm:spPr/>
    </dgm:pt>
    <dgm:pt modelId="{5992AFBC-2E2A-4467-ABC3-CE77EF6F7026}" type="pres">
      <dgm:prSet presAssocID="{1F2C7B4D-7051-49C5-BB7E-3D5F8719D337}" presName="Name13" presStyleLbl="parChTrans1D2" presStyleIdx="12" presStyleCnt="15"/>
      <dgm:spPr/>
    </dgm:pt>
    <dgm:pt modelId="{83064C6B-2A42-4BAC-8EAA-A954BAC2EF3F}" type="pres">
      <dgm:prSet presAssocID="{E0691242-7316-4F71-ACBD-4976FF21A1DA}" presName="childText" presStyleLbl="bgAcc1" presStyleIdx="12" presStyleCnt="15">
        <dgm:presLayoutVars>
          <dgm:bulletEnabled val="1"/>
        </dgm:presLayoutVars>
      </dgm:prSet>
      <dgm:spPr/>
    </dgm:pt>
    <dgm:pt modelId="{1385B882-2F74-468A-B76A-44CDE75B024D}" type="pres">
      <dgm:prSet presAssocID="{A2579001-87CD-4BC1-8203-166547C1AE18}" presName="Name13" presStyleLbl="parChTrans1D2" presStyleIdx="13" presStyleCnt="15"/>
      <dgm:spPr/>
    </dgm:pt>
    <dgm:pt modelId="{F0DD55A1-647B-409E-9EE7-03C45C22F57D}" type="pres">
      <dgm:prSet presAssocID="{E596319F-EC92-4953-BAD8-087731BE1678}" presName="childText" presStyleLbl="bgAcc1" presStyleIdx="13" presStyleCnt="15">
        <dgm:presLayoutVars>
          <dgm:bulletEnabled val="1"/>
        </dgm:presLayoutVars>
      </dgm:prSet>
      <dgm:spPr/>
    </dgm:pt>
    <dgm:pt modelId="{8FEC9EE8-6502-40DC-81B2-2FF61B7D933F}" type="pres">
      <dgm:prSet presAssocID="{0D987443-67DD-4BD7-9846-5245B114838C}" presName="Name13" presStyleLbl="parChTrans1D2" presStyleIdx="14" presStyleCnt="15"/>
      <dgm:spPr/>
    </dgm:pt>
    <dgm:pt modelId="{3B6BCE34-5248-4476-8FB4-91A6E581D60C}" type="pres">
      <dgm:prSet presAssocID="{4771AAD0-5A81-4A39-A2E5-BF0AA4AF5304}" presName="childText" presStyleLbl="bgAcc1" presStyleIdx="14" presStyleCnt="15">
        <dgm:presLayoutVars>
          <dgm:bulletEnabled val="1"/>
        </dgm:presLayoutVars>
      </dgm:prSet>
      <dgm:spPr/>
    </dgm:pt>
  </dgm:ptLst>
  <dgm:cxnLst>
    <dgm:cxn modelId="{B3F16400-FACA-4B11-ACCA-144A912C271C}" type="presOf" srcId="{0523E785-D3E7-4D02-9406-81FD801AF172}" destId="{3DE8595C-3CBD-4A80-AB72-170937B8C76B}" srcOrd="0" destOrd="0" presId="urn:microsoft.com/office/officeart/2005/8/layout/hierarchy3"/>
    <dgm:cxn modelId="{0A6C1502-CACF-41C7-A28B-F9318BDDB555}" srcId="{00DFE877-D383-4099-9458-3F1E31716B6E}" destId="{909F8F90-B3A1-4116-8CAA-9BB5C273DD86}" srcOrd="1" destOrd="0" parTransId="{56F47611-1A4B-4D34-82F6-DEF33EE53DE4}" sibTransId="{2A7DB632-6158-4149-B1FB-9D82C2137A2F}"/>
    <dgm:cxn modelId="{14FED305-EF7B-4468-ACA7-2D21C49A981F}" type="presOf" srcId="{A2579001-87CD-4BC1-8203-166547C1AE18}" destId="{1385B882-2F74-468A-B76A-44CDE75B024D}" srcOrd="0" destOrd="0" presId="urn:microsoft.com/office/officeart/2005/8/layout/hierarchy3"/>
    <dgm:cxn modelId="{CE49300D-6874-4545-BB6E-C96509E2D694}" srcId="{00DFE877-D383-4099-9458-3F1E31716B6E}" destId="{8A7A2A1C-1BB3-4392-915C-D156772EEC00}" srcOrd="3" destOrd="0" parTransId="{432647A5-9ADE-49E3-80EB-EDD164687691}" sibTransId="{42D1DE46-EB72-4A73-BDA2-CDEA51015931}"/>
    <dgm:cxn modelId="{7834810E-E72B-4E0F-8239-6E675C5D9AA1}" type="presOf" srcId="{BDB7CC9A-3BD2-4AAD-A511-80954914245A}" destId="{CD6F6516-51A2-44CF-8A59-7356DB327826}" srcOrd="0" destOrd="0" presId="urn:microsoft.com/office/officeart/2005/8/layout/hierarchy3"/>
    <dgm:cxn modelId="{87BF4F15-ADC0-4C30-8C0D-1998AA1AB0BD}" type="presOf" srcId="{707F4F63-023F-487D-A3F6-0804E1B6EE44}" destId="{75D3EB81-F357-445F-98FC-4A455BF44FE0}" srcOrd="0" destOrd="0" presId="urn:microsoft.com/office/officeart/2005/8/layout/hierarchy3"/>
    <dgm:cxn modelId="{0F621F16-8768-49D9-931A-AD8C0C73606A}" type="presOf" srcId="{79AC5522-9CFA-49B8-ABFC-7305431D8560}" destId="{CAFBB3D6-2FEC-44FB-B52E-7236A5AC0425}" srcOrd="0" destOrd="0" presId="urn:microsoft.com/office/officeart/2005/8/layout/hierarchy3"/>
    <dgm:cxn modelId="{FE0D7C17-D404-47BB-A8CD-C364651B7E4A}" type="presOf" srcId="{9F579A1B-0BBE-450E-806B-A9F9351DFD0F}" destId="{F210C961-0CD8-454F-9371-6286F5343CC7}" srcOrd="0" destOrd="0" presId="urn:microsoft.com/office/officeart/2005/8/layout/hierarchy3"/>
    <dgm:cxn modelId="{DDBE001B-2AA5-4F63-B0A8-528CC25920B6}" type="presOf" srcId="{4771AAD0-5A81-4A39-A2E5-BF0AA4AF5304}" destId="{3B6BCE34-5248-4476-8FB4-91A6E581D60C}" srcOrd="0" destOrd="0" presId="urn:microsoft.com/office/officeart/2005/8/layout/hierarchy3"/>
    <dgm:cxn modelId="{49185723-CA26-40E4-B1CC-AF03E800F4E7}" type="presOf" srcId="{E596319F-EC92-4953-BAD8-087731BE1678}" destId="{F0DD55A1-647B-409E-9EE7-03C45C22F57D}" srcOrd="0" destOrd="0" presId="urn:microsoft.com/office/officeart/2005/8/layout/hierarchy3"/>
    <dgm:cxn modelId="{233F2226-6C60-41E2-B3C3-5EF8F769F2E4}" srcId="{BDB7CC9A-3BD2-4AAD-A511-80954914245A}" destId="{03E4E3B0-38DC-499B-9568-2A33B15F8EEC}" srcOrd="1" destOrd="0" parTransId="{192E5C12-58C3-4B28-928A-38175091AB80}" sibTransId="{C2451561-42A6-4035-9A55-4993C8C51294}"/>
    <dgm:cxn modelId="{3C9DB228-C99C-41A5-94A7-D326087499AA}" srcId="{00DFE877-D383-4099-9458-3F1E31716B6E}" destId="{4EECCEE4-BD82-434F-A369-358D75253C0A}" srcOrd="2" destOrd="0" parTransId="{0523E785-D3E7-4D02-9406-81FD801AF172}" sibTransId="{3699F2D0-0580-4EBC-8EE5-7DA043AD7766}"/>
    <dgm:cxn modelId="{A8F46929-28EF-41F6-9919-D525BA93B74B}" type="presOf" srcId="{909F8F90-B3A1-4116-8CAA-9BB5C273DD86}" destId="{B14B64BA-5E0F-4410-9CFD-EB9435FBE886}" srcOrd="0" destOrd="0" presId="urn:microsoft.com/office/officeart/2005/8/layout/hierarchy3"/>
    <dgm:cxn modelId="{0D7B862F-7095-4BF6-B2C0-64CF5B486B96}" type="presOf" srcId="{8A7A2A1C-1BB3-4392-915C-D156772EEC00}" destId="{9B6B77DA-8221-49D1-8C0E-22DFFB5F07E0}" srcOrd="0" destOrd="0" presId="urn:microsoft.com/office/officeart/2005/8/layout/hierarchy3"/>
    <dgm:cxn modelId="{C5270433-2389-4E55-800E-2F27002A6CED}" type="presOf" srcId="{0D987443-67DD-4BD7-9846-5245B114838C}" destId="{8FEC9EE8-6502-40DC-81B2-2FF61B7D933F}" srcOrd="0" destOrd="0" presId="urn:microsoft.com/office/officeart/2005/8/layout/hierarchy3"/>
    <dgm:cxn modelId="{498D3C33-7C66-4DDA-809C-9E57B4E829FD}" type="presOf" srcId="{B5C195D0-3E95-4699-97D8-0C665596EA3F}" destId="{0F8C0A1D-5183-4135-90DF-EE12369D6E7A}" srcOrd="0" destOrd="0" presId="urn:microsoft.com/office/officeart/2005/8/layout/hierarchy3"/>
    <dgm:cxn modelId="{634AD63C-5C26-4D16-A2DC-8D68EEDCD0ED}" type="presOf" srcId="{9C0461B3-38E7-457D-B305-643958513D73}" destId="{C5912804-14A1-4EA7-BE3F-8F9A7B817320}" srcOrd="0" destOrd="0" presId="urn:microsoft.com/office/officeart/2005/8/layout/hierarchy3"/>
    <dgm:cxn modelId="{E543E261-9E63-4272-A0FC-7354F18B49B3}" type="presOf" srcId="{1F2C7B4D-7051-49C5-BB7E-3D5F8719D337}" destId="{5992AFBC-2E2A-4467-ABC3-CE77EF6F7026}" srcOrd="0" destOrd="0" presId="urn:microsoft.com/office/officeart/2005/8/layout/hierarchy3"/>
    <dgm:cxn modelId="{83482962-C03F-46D1-8EEB-92B6FFA00264}" type="presOf" srcId="{4EECCEE4-BD82-434F-A369-358D75253C0A}" destId="{70485E90-BA9D-4F78-8CA2-EE5941E76C55}" srcOrd="0" destOrd="0" presId="urn:microsoft.com/office/officeart/2005/8/layout/hierarchy3"/>
    <dgm:cxn modelId="{78978263-D27B-4B92-9619-965523B4F499}" type="presOf" srcId="{2E096476-6C82-4534-B44D-A0E38581C96F}" destId="{CAD82696-1651-4811-ACB9-5232453B1B1C}" srcOrd="0" destOrd="0" presId="urn:microsoft.com/office/officeart/2005/8/layout/hierarchy3"/>
    <dgm:cxn modelId="{4E537247-978F-461A-A10C-4961EB2B681C}" type="presOf" srcId="{00DFE877-D383-4099-9458-3F1E31716B6E}" destId="{1C424910-B38D-4EA5-99FD-7A49577B84F3}" srcOrd="1" destOrd="0" presId="urn:microsoft.com/office/officeart/2005/8/layout/hierarchy3"/>
    <dgm:cxn modelId="{4B50B967-6740-4264-B2C4-02786A6F58A5}" srcId="{707F4F63-023F-487D-A3F6-0804E1B6EE44}" destId="{4225188D-AAA6-4988-84FA-2FB20CE1F0C8}" srcOrd="0" destOrd="0" parTransId="{79AC5522-9CFA-49B8-ABFC-7305431D8560}" sibTransId="{A92D16B3-8B61-4EBE-9375-4FEB1A1B9C97}"/>
    <dgm:cxn modelId="{D5FA4769-8C5D-495F-917C-A5BE34D27AD9}" srcId="{BDB7CC9A-3BD2-4AAD-A511-80954914245A}" destId="{707F4F63-023F-487D-A3F6-0804E1B6EE44}" srcOrd="2" destOrd="0" parTransId="{3A144AD5-EBF4-419E-9491-94E017884189}" sibTransId="{6DC43C75-E811-413E-9A1F-BCB6D40D3D1E}"/>
    <dgm:cxn modelId="{D466786A-88B5-47D9-8911-F4B9C4AAE616}" type="presOf" srcId="{12D1FFFA-E680-4FE4-AFBA-1A18F2B296A0}" destId="{431BD64B-D4C1-4098-B0B6-DD040A875D01}" srcOrd="0" destOrd="0" presId="urn:microsoft.com/office/officeart/2005/8/layout/hierarchy3"/>
    <dgm:cxn modelId="{1C6E4C50-76BD-4913-81F7-B378A0B5C051}" srcId="{00DFE877-D383-4099-9458-3F1E31716B6E}" destId="{87FA7650-4C61-4831-9E66-84E7EF26E0A1}" srcOrd="0" destOrd="0" parTransId="{1A0CBF45-5099-45E3-A456-90DE587AB4BF}" sibTransId="{CC533631-722A-472F-8AD5-A7EC01559544}"/>
    <dgm:cxn modelId="{E46B2E71-E210-4214-921A-8A85A1E40021}" type="presOf" srcId="{30BA96AB-C184-47E4-B0BF-9B3E9A25088C}" destId="{5952E84A-7661-409F-833A-1D2F46672807}" srcOrd="0" destOrd="0" presId="urn:microsoft.com/office/officeart/2005/8/layout/hierarchy3"/>
    <dgm:cxn modelId="{F2F0CA52-F38C-408A-8E76-216E62183903}" srcId="{03E4E3B0-38DC-499B-9568-2A33B15F8EEC}" destId="{4650A34E-A07E-46EA-A4EA-CA930BD87FED}" srcOrd="1" destOrd="0" parTransId="{B17E7494-35A9-4185-8C16-7A6D1401C02C}" sibTransId="{755F20F2-7421-4892-B7D9-6A9401A39F42}"/>
    <dgm:cxn modelId="{3D502D55-FD34-409B-B688-F49DA3EF2581}" type="presOf" srcId="{6726AF44-3657-4440-9C72-B6FA90E132D7}" destId="{10EB5672-7E8C-4D2C-93A5-F08E5ED1F4BA}" srcOrd="0" destOrd="0" presId="urn:microsoft.com/office/officeart/2005/8/layout/hierarchy3"/>
    <dgm:cxn modelId="{2512E956-F5BC-4A95-A95F-4CB6883D9E6E}" type="presOf" srcId="{432647A5-9ADE-49E3-80EB-EDD164687691}" destId="{F6403A95-3367-4361-885E-A04908728A73}" srcOrd="0" destOrd="0" presId="urn:microsoft.com/office/officeart/2005/8/layout/hierarchy3"/>
    <dgm:cxn modelId="{FC125F7A-D806-4AA7-ADA3-119797732B07}" srcId="{BDB7CC9A-3BD2-4AAD-A511-80954914245A}" destId="{43F597DB-BF39-464F-9CF6-3EAD5DE355A1}" srcOrd="3" destOrd="0" parTransId="{8142F2A7-F290-41D3-8AE4-DC4C914C0E74}" sibTransId="{75781C52-55DD-4FFC-9F48-3ADCA0FC766A}"/>
    <dgm:cxn modelId="{9200F37E-F11E-4F4F-A743-B8B02BEBB5D4}" srcId="{03E4E3B0-38DC-499B-9568-2A33B15F8EEC}" destId="{2E46DAA6-132B-4995-A8EC-429D1E75FAC3}" srcOrd="3" destOrd="0" parTransId="{CF63EEFC-4675-447A-861E-2343BA318D23}" sibTransId="{B3E35AFE-C238-462E-B150-C57107228F15}"/>
    <dgm:cxn modelId="{02F73D84-9AD5-4C81-AFE2-DC41F05FA9DE}" type="presOf" srcId="{43F597DB-BF39-464F-9CF6-3EAD5DE355A1}" destId="{67258E77-C380-4B5D-848F-A3FC3F147557}" srcOrd="0" destOrd="0" presId="urn:microsoft.com/office/officeart/2005/8/layout/hierarchy3"/>
    <dgm:cxn modelId="{73EF7788-7CB3-47B7-BBD5-E96145DF87A6}" srcId="{03E4E3B0-38DC-499B-9568-2A33B15F8EEC}" destId="{9F579A1B-0BBE-450E-806B-A9F9351DFD0F}" srcOrd="2" destOrd="0" parTransId="{6726AF44-3657-4440-9C72-B6FA90E132D7}" sibTransId="{479F0B7C-D82D-438C-98AD-522C06068A65}"/>
    <dgm:cxn modelId="{18C8D58A-857D-43DD-9169-E152E4CFCB27}" type="presOf" srcId="{CF63EEFC-4675-447A-861E-2343BA318D23}" destId="{82143F3E-363C-413A-BDEC-CBA75853D3B1}" srcOrd="0" destOrd="0" presId="urn:microsoft.com/office/officeart/2005/8/layout/hierarchy3"/>
    <dgm:cxn modelId="{C89B5690-B3B8-41DE-A1B5-7DEC4CA7B1D3}" type="presOf" srcId="{56F47611-1A4B-4D34-82F6-DEF33EE53DE4}" destId="{5C4F3107-8D19-4F4D-9595-B28E9E86307A}" srcOrd="0" destOrd="0" presId="urn:microsoft.com/office/officeart/2005/8/layout/hierarchy3"/>
    <dgm:cxn modelId="{4E59E493-73DC-45EE-A858-BCEE60619CCD}" srcId="{43F597DB-BF39-464F-9CF6-3EAD5DE355A1}" destId="{E0691242-7316-4F71-ACBD-4976FF21A1DA}" srcOrd="1" destOrd="0" parTransId="{1F2C7B4D-7051-49C5-BB7E-3D5F8719D337}" sibTransId="{DEB1E1E5-D186-4BEB-922A-E80F7CAD4553}"/>
    <dgm:cxn modelId="{48A97095-B95E-4206-A860-F0CB03D8E890}" type="presOf" srcId="{E0691242-7316-4F71-ACBD-4976FF21A1DA}" destId="{83064C6B-2A42-4BAC-8EAA-A954BAC2EF3F}" srcOrd="0" destOrd="0" presId="urn:microsoft.com/office/officeart/2005/8/layout/hierarchy3"/>
    <dgm:cxn modelId="{86DAFA96-6EA0-4A35-97A3-FC97B875A7E5}" type="presOf" srcId="{6C2179EB-6AE0-487B-BD7C-8E9BDE81306B}" destId="{52744EB9-2C34-498A-92E5-770DBCE0D7F4}" srcOrd="0" destOrd="0" presId="urn:microsoft.com/office/officeart/2005/8/layout/hierarchy3"/>
    <dgm:cxn modelId="{FC26D599-1BB7-4139-B9F1-31BA48820153}" srcId="{707F4F63-023F-487D-A3F6-0804E1B6EE44}" destId="{30BA96AB-C184-47E4-B0BF-9B3E9A25088C}" srcOrd="2" destOrd="0" parTransId="{2E096476-6C82-4534-B44D-A0E38581C96F}" sibTransId="{A23D6F73-9C17-4E35-88B6-E1F856A6AB66}"/>
    <dgm:cxn modelId="{B21F149A-EA8B-40D1-9EB2-009011A58A68}" type="presOf" srcId="{00DFE877-D383-4099-9458-3F1E31716B6E}" destId="{199796EE-AA90-4F70-B798-A464BFE7C9BF}" srcOrd="0" destOrd="0" presId="urn:microsoft.com/office/officeart/2005/8/layout/hierarchy3"/>
    <dgm:cxn modelId="{13A9319B-FD26-462C-AE33-F57A7C2382F3}" type="presOf" srcId="{707F4F63-023F-487D-A3F6-0804E1B6EE44}" destId="{EB3D3A5E-C34D-4B9C-9E1F-196750DA8501}" srcOrd="1" destOrd="0" presId="urn:microsoft.com/office/officeart/2005/8/layout/hierarchy3"/>
    <dgm:cxn modelId="{D1F078A1-8BD5-46AC-AD96-BDA926B186AB}" srcId="{BDB7CC9A-3BD2-4AAD-A511-80954914245A}" destId="{00DFE877-D383-4099-9458-3F1E31716B6E}" srcOrd="0" destOrd="0" parTransId="{06FBAA2B-F7EE-47BD-B7AD-D185A9E44666}" sibTransId="{74104CA8-F323-43EB-A5D2-0C61EC821C87}"/>
    <dgm:cxn modelId="{4AE546A2-0A53-46E8-9479-130E7EE03C28}" type="presOf" srcId="{1A0CBF45-5099-45E3-A456-90DE587AB4BF}" destId="{40CD7C2D-32D7-4751-B21D-D00A8F7C7797}" srcOrd="0" destOrd="0" presId="urn:microsoft.com/office/officeart/2005/8/layout/hierarchy3"/>
    <dgm:cxn modelId="{5611DEA2-62E0-4F8E-9CE3-19ADBAC758A3}" srcId="{43F597DB-BF39-464F-9CF6-3EAD5DE355A1}" destId="{E596319F-EC92-4953-BAD8-087731BE1678}" srcOrd="2" destOrd="0" parTransId="{A2579001-87CD-4BC1-8203-166547C1AE18}" sibTransId="{C0C677A2-03BC-4F67-B083-BFD910010E0B}"/>
    <dgm:cxn modelId="{790A35A7-68F9-49B0-82E4-F05548FC39CE}" srcId="{43F597DB-BF39-464F-9CF6-3EAD5DE355A1}" destId="{4771AAD0-5A81-4A39-A2E5-BF0AA4AF5304}" srcOrd="3" destOrd="0" parTransId="{0D987443-67DD-4BD7-9846-5245B114838C}" sibTransId="{E45B9662-2A66-454E-9B95-0D893A05C9AB}"/>
    <dgm:cxn modelId="{07B8A2B3-3ACD-4CE2-BDB3-6C0AEA635026}" type="presOf" srcId="{03E4E3B0-38DC-499B-9568-2A33B15F8EEC}" destId="{9231DB6C-C6C9-48E2-8AF8-99FA7F31E6C4}" srcOrd="0" destOrd="0" presId="urn:microsoft.com/office/officeart/2005/8/layout/hierarchy3"/>
    <dgm:cxn modelId="{20C1EEB8-1701-4524-92A2-A79BE36C3C58}" srcId="{43F597DB-BF39-464F-9CF6-3EAD5DE355A1}" destId="{9C0461B3-38E7-457D-B305-643958513D73}" srcOrd="0" destOrd="0" parTransId="{F33B2C96-8B51-441F-A64F-4CF8B04B4F72}" sibTransId="{1428ECBF-EE26-4D58-8DAD-FBC5D1810599}"/>
    <dgm:cxn modelId="{96C7F8BB-6FC1-450F-AD14-71C8346A140B}" type="presOf" srcId="{87FA7650-4C61-4831-9E66-84E7EF26E0A1}" destId="{5DDCDE1A-34EE-4976-AE21-7E9F6EC32FCF}" srcOrd="0" destOrd="0" presId="urn:microsoft.com/office/officeart/2005/8/layout/hierarchy3"/>
    <dgm:cxn modelId="{347AEAC1-12E0-4464-A117-E9ACA7EC6A4B}" type="presOf" srcId="{4650A34E-A07E-46EA-A4EA-CA930BD87FED}" destId="{4A876711-BBB4-460E-8F43-7E1B891D4321}" srcOrd="0" destOrd="0" presId="urn:microsoft.com/office/officeart/2005/8/layout/hierarchy3"/>
    <dgm:cxn modelId="{1DCB1ECC-854F-4A4F-8F89-9E72071EF363}" type="presOf" srcId="{4225188D-AAA6-4988-84FA-2FB20CE1F0C8}" destId="{FC9519AE-5AB2-4FB8-8910-67BA8EAC409E}" srcOrd="0" destOrd="0" presId="urn:microsoft.com/office/officeart/2005/8/layout/hierarchy3"/>
    <dgm:cxn modelId="{D9270DCD-7D7D-4F02-9872-304AC61140B2}" type="presOf" srcId="{2E46DAA6-132B-4995-A8EC-429D1E75FAC3}" destId="{29A8ADB5-0AC9-4725-822D-B4EBCDC43432}" srcOrd="0" destOrd="0" presId="urn:microsoft.com/office/officeart/2005/8/layout/hierarchy3"/>
    <dgm:cxn modelId="{67EDB9CE-4F21-46F0-B5A4-0240DC40C07A}" srcId="{707F4F63-023F-487D-A3F6-0804E1B6EE44}" destId="{6C2179EB-6AE0-487B-BD7C-8E9BDE81306B}" srcOrd="1" destOrd="0" parTransId="{12D1FFFA-E680-4FE4-AFBA-1A18F2B296A0}" sibTransId="{462C9396-581B-498C-A1BC-3AA098C34FC9}"/>
    <dgm:cxn modelId="{139726D7-265F-4943-A6AE-13C2F28A5C51}" type="presOf" srcId="{B17E7494-35A9-4185-8C16-7A6D1401C02C}" destId="{20D54325-1506-4700-A4B8-05131BCF77C1}" srcOrd="0" destOrd="0" presId="urn:microsoft.com/office/officeart/2005/8/layout/hierarchy3"/>
    <dgm:cxn modelId="{DDE854D8-D5C3-4E79-8BD5-92AA1D7372BE}" type="presOf" srcId="{03E4E3B0-38DC-499B-9568-2A33B15F8EEC}" destId="{FA691EC3-F6CA-4415-A81E-E01B95A2F7EA}" srcOrd="1" destOrd="0" presId="urn:microsoft.com/office/officeart/2005/8/layout/hierarchy3"/>
    <dgm:cxn modelId="{B84F8EE6-E43D-4197-AD04-E513765400A6}" type="presOf" srcId="{02F7F9D8-C06F-40C0-80FF-EDC1B7EEA206}" destId="{7064143C-A836-4513-B168-2CBDF4F1DAD5}" srcOrd="0" destOrd="0" presId="urn:microsoft.com/office/officeart/2005/8/layout/hierarchy3"/>
    <dgm:cxn modelId="{0BCB00F2-8477-408C-8E88-70FD0C842C58}" type="presOf" srcId="{F33B2C96-8B51-441F-A64F-4CF8B04B4F72}" destId="{759C3668-3315-4534-8A38-705C484ACF40}" srcOrd="0" destOrd="0" presId="urn:microsoft.com/office/officeart/2005/8/layout/hierarchy3"/>
    <dgm:cxn modelId="{1FFFE4F9-AB68-4D9F-8CD8-F8201408090E}" type="presOf" srcId="{43F597DB-BF39-464F-9CF6-3EAD5DE355A1}" destId="{F173C921-72E4-4C50-B5CD-803256BAD633}" srcOrd="1" destOrd="0" presId="urn:microsoft.com/office/officeart/2005/8/layout/hierarchy3"/>
    <dgm:cxn modelId="{990F64FD-4AB1-4312-98ED-C144C6668496}" srcId="{03E4E3B0-38DC-499B-9568-2A33B15F8EEC}" destId="{B5C195D0-3E95-4699-97D8-0C665596EA3F}" srcOrd="0" destOrd="0" parTransId="{02F7F9D8-C06F-40C0-80FF-EDC1B7EEA206}" sibTransId="{8F6FD2CF-A61C-4D51-875F-79E1C9F3281E}"/>
    <dgm:cxn modelId="{38CDEC9D-077F-4619-ADD7-143F05539FD8}" type="presParOf" srcId="{CD6F6516-51A2-44CF-8A59-7356DB327826}" destId="{773E104A-CDAF-4F13-89A3-98F9763689C3}" srcOrd="0" destOrd="0" presId="urn:microsoft.com/office/officeart/2005/8/layout/hierarchy3"/>
    <dgm:cxn modelId="{EBA9D2C1-3922-4EC4-B30B-BE14C5536EB1}" type="presParOf" srcId="{773E104A-CDAF-4F13-89A3-98F9763689C3}" destId="{D6E8FF9A-159E-4733-84DB-13D83039BFE4}" srcOrd="0" destOrd="0" presId="urn:microsoft.com/office/officeart/2005/8/layout/hierarchy3"/>
    <dgm:cxn modelId="{4F2BA646-7E3E-4FF7-9BAC-4EDAC14D022A}" type="presParOf" srcId="{D6E8FF9A-159E-4733-84DB-13D83039BFE4}" destId="{199796EE-AA90-4F70-B798-A464BFE7C9BF}" srcOrd="0" destOrd="0" presId="urn:microsoft.com/office/officeart/2005/8/layout/hierarchy3"/>
    <dgm:cxn modelId="{3426B942-B221-4970-A60B-72ED90FA1FF3}" type="presParOf" srcId="{D6E8FF9A-159E-4733-84DB-13D83039BFE4}" destId="{1C424910-B38D-4EA5-99FD-7A49577B84F3}" srcOrd="1" destOrd="0" presId="urn:microsoft.com/office/officeart/2005/8/layout/hierarchy3"/>
    <dgm:cxn modelId="{B8BC302B-40FD-423A-8331-5F4A92506D7B}" type="presParOf" srcId="{773E104A-CDAF-4F13-89A3-98F9763689C3}" destId="{041D772F-0580-4510-B7E0-0E6342B6C621}" srcOrd="1" destOrd="0" presId="urn:microsoft.com/office/officeart/2005/8/layout/hierarchy3"/>
    <dgm:cxn modelId="{A4012A81-FA00-42E7-81A9-373F98DF5E12}" type="presParOf" srcId="{041D772F-0580-4510-B7E0-0E6342B6C621}" destId="{40CD7C2D-32D7-4751-B21D-D00A8F7C7797}" srcOrd="0" destOrd="0" presId="urn:microsoft.com/office/officeart/2005/8/layout/hierarchy3"/>
    <dgm:cxn modelId="{8F81E34F-3AC8-49E1-BEFE-054EC223D933}" type="presParOf" srcId="{041D772F-0580-4510-B7E0-0E6342B6C621}" destId="{5DDCDE1A-34EE-4976-AE21-7E9F6EC32FCF}" srcOrd="1" destOrd="0" presId="urn:microsoft.com/office/officeart/2005/8/layout/hierarchy3"/>
    <dgm:cxn modelId="{56562550-C2B9-49BF-8FED-18286C98A4CB}" type="presParOf" srcId="{041D772F-0580-4510-B7E0-0E6342B6C621}" destId="{5C4F3107-8D19-4F4D-9595-B28E9E86307A}" srcOrd="2" destOrd="0" presId="urn:microsoft.com/office/officeart/2005/8/layout/hierarchy3"/>
    <dgm:cxn modelId="{38170885-2C3A-42FC-95F6-B82B14B21017}" type="presParOf" srcId="{041D772F-0580-4510-B7E0-0E6342B6C621}" destId="{B14B64BA-5E0F-4410-9CFD-EB9435FBE886}" srcOrd="3" destOrd="0" presId="urn:microsoft.com/office/officeart/2005/8/layout/hierarchy3"/>
    <dgm:cxn modelId="{DEB2DB15-3725-4458-A919-1D930FDBD12A}" type="presParOf" srcId="{041D772F-0580-4510-B7E0-0E6342B6C621}" destId="{3DE8595C-3CBD-4A80-AB72-170937B8C76B}" srcOrd="4" destOrd="0" presId="urn:microsoft.com/office/officeart/2005/8/layout/hierarchy3"/>
    <dgm:cxn modelId="{40D9CA3E-5756-46F1-8ED3-076D2CAC6EAE}" type="presParOf" srcId="{041D772F-0580-4510-B7E0-0E6342B6C621}" destId="{70485E90-BA9D-4F78-8CA2-EE5941E76C55}" srcOrd="5" destOrd="0" presId="urn:microsoft.com/office/officeart/2005/8/layout/hierarchy3"/>
    <dgm:cxn modelId="{DE29B782-B012-411B-81D4-505D465D155B}" type="presParOf" srcId="{041D772F-0580-4510-B7E0-0E6342B6C621}" destId="{F6403A95-3367-4361-885E-A04908728A73}" srcOrd="6" destOrd="0" presId="urn:microsoft.com/office/officeart/2005/8/layout/hierarchy3"/>
    <dgm:cxn modelId="{43E4B128-6087-4F56-904C-5BF7F9CF9728}" type="presParOf" srcId="{041D772F-0580-4510-B7E0-0E6342B6C621}" destId="{9B6B77DA-8221-49D1-8C0E-22DFFB5F07E0}" srcOrd="7" destOrd="0" presId="urn:microsoft.com/office/officeart/2005/8/layout/hierarchy3"/>
    <dgm:cxn modelId="{05F6F777-A0A6-479B-9CD1-6303B8C7FB15}" type="presParOf" srcId="{CD6F6516-51A2-44CF-8A59-7356DB327826}" destId="{DFC1ADA9-2A02-4246-B433-879A4F000413}" srcOrd="1" destOrd="0" presId="urn:microsoft.com/office/officeart/2005/8/layout/hierarchy3"/>
    <dgm:cxn modelId="{F693D967-54C9-40E5-9319-752D2F8AC01E}" type="presParOf" srcId="{DFC1ADA9-2A02-4246-B433-879A4F000413}" destId="{5B4D736C-B84E-4F31-B420-97EC7D77EE55}" srcOrd="0" destOrd="0" presId="urn:microsoft.com/office/officeart/2005/8/layout/hierarchy3"/>
    <dgm:cxn modelId="{AD44E04D-8AD6-4EFF-BF95-1F94362D4EFD}" type="presParOf" srcId="{5B4D736C-B84E-4F31-B420-97EC7D77EE55}" destId="{9231DB6C-C6C9-48E2-8AF8-99FA7F31E6C4}" srcOrd="0" destOrd="0" presId="urn:microsoft.com/office/officeart/2005/8/layout/hierarchy3"/>
    <dgm:cxn modelId="{28F3924B-80CD-45B9-8570-854C504D0B23}" type="presParOf" srcId="{5B4D736C-B84E-4F31-B420-97EC7D77EE55}" destId="{FA691EC3-F6CA-4415-A81E-E01B95A2F7EA}" srcOrd="1" destOrd="0" presId="urn:microsoft.com/office/officeart/2005/8/layout/hierarchy3"/>
    <dgm:cxn modelId="{350BB6CD-528F-4925-8737-A733987FB2BB}" type="presParOf" srcId="{DFC1ADA9-2A02-4246-B433-879A4F000413}" destId="{21960111-851C-41C2-9FCC-0B2C2EE3FE64}" srcOrd="1" destOrd="0" presId="urn:microsoft.com/office/officeart/2005/8/layout/hierarchy3"/>
    <dgm:cxn modelId="{177CB453-6642-4B15-9E67-4B26038DAB85}" type="presParOf" srcId="{21960111-851C-41C2-9FCC-0B2C2EE3FE64}" destId="{7064143C-A836-4513-B168-2CBDF4F1DAD5}" srcOrd="0" destOrd="0" presId="urn:microsoft.com/office/officeart/2005/8/layout/hierarchy3"/>
    <dgm:cxn modelId="{7A65395B-2159-4B53-A59B-2C0279EEDCD4}" type="presParOf" srcId="{21960111-851C-41C2-9FCC-0B2C2EE3FE64}" destId="{0F8C0A1D-5183-4135-90DF-EE12369D6E7A}" srcOrd="1" destOrd="0" presId="urn:microsoft.com/office/officeart/2005/8/layout/hierarchy3"/>
    <dgm:cxn modelId="{30C0C1DC-9B14-4D0A-8B92-0884C8C8A8E6}" type="presParOf" srcId="{21960111-851C-41C2-9FCC-0B2C2EE3FE64}" destId="{20D54325-1506-4700-A4B8-05131BCF77C1}" srcOrd="2" destOrd="0" presId="urn:microsoft.com/office/officeart/2005/8/layout/hierarchy3"/>
    <dgm:cxn modelId="{B163B856-4C1F-4200-AFA6-1849EFBCE711}" type="presParOf" srcId="{21960111-851C-41C2-9FCC-0B2C2EE3FE64}" destId="{4A876711-BBB4-460E-8F43-7E1B891D4321}" srcOrd="3" destOrd="0" presId="urn:microsoft.com/office/officeart/2005/8/layout/hierarchy3"/>
    <dgm:cxn modelId="{2938D4F2-271A-4ABB-9596-1608CA3E215B}" type="presParOf" srcId="{21960111-851C-41C2-9FCC-0B2C2EE3FE64}" destId="{10EB5672-7E8C-4D2C-93A5-F08E5ED1F4BA}" srcOrd="4" destOrd="0" presId="urn:microsoft.com/office/officeart/2005/8/layout/hierarchy3"/>
    <dgm:cxn modelId="{D233CDDA-9087-4D4E-934A-B91A4A81AEC7}" type="presParOf" srcId="{21960111-851C-41C2-9FCC-0B2C2EE3FE64}" destId="{F210C961-0CD8-454F-9371-6286F5343CC7}" srcOrd="5" destOrd="0" presId="urn:microsoft.com/office/officeart/2005/8/layout/hierarchy3"/>
    <dgm:cxn modelId="{05C7F9F4-E9F2-4ACF-A692-3B6804C5DB4F}" type="presParOf" srcId="{21960111-851C-41C2-9FCC-0B2C2EE3FE64}" destId="{82143F3E-363C-413A-BDEC-CBA75853D3B1}" srcOrd="6" destOrd="0" presId="urn:microsoft.com/office/officeart/2005/8/layout/hierarchy3"/>
    <dgm:cxn modelId="{484F78B9-6413-4E9A-B8D8-77BAFA2130EF}" type="presParOf" srcId="{21960111-851C-41C2-9FCC-0B2C2EE3FE64}" destId="{29A8ADB5-0AC9-4725-822D-B4EBCDC43432}" srcOrd="7" destOrd="0" presId="urn:microsoft.com/office/officeart/2005/8/layout/hierarchy3"/>
    <dgm:cxn modelId="{D853B429-C9AC-4A05-8D08-A5188D946FAE}" type="presParOf" srcId="{CD6F6516-51A2-44CF-8A59-7356DB327826}" destId="{D5AFC246-C800-4848-92AC-D3CA44F4DB5B}" srcOrd="2" destOrd="0" presId="urn:microsoft.com/office/officeart/2005/8/layout/hierarchy3"/>
    <dgm:cxn modelId="{552493A1-FC4C-4FCF-A9DC-35F4B44BBDD8}" type="presParOf" srcId="{D5AFC246-C800-4848-92AC-D3CA44F4DB5B}" destId="{CBEF9442-1E05-4B9F-BA77-F077A7266853}" srcOrd="0" destOrd="0" presId="urn:microsoft.com/office/officeart/2005/8/layout/hierarchy3"/>
    <dgm:cxn modelId="{FDEF08ED-491F-4AB0-8B90-9C0DE7BAFAF8}" type="presParOf" srcId="{CBEF9442-1E05-4B9F-BA77-F077A7266853}" destId="{75D3EB81-F357-445F-98FC-4A455BF44FE0}" srcOrd="0" destOrd="0" presId="urn:microsoft.com/office/officeart/2005/8/layout/hierarchy3"/>
    <dgm:cxn modelId="{3C6D8891-C6D2-41E5-98BC-9BE750B3A54F}" type="presParOf" srcId="{CBEF9442-1E05-4B9F-BA77-F077A7266853}" destId="{EB3D3A5E-C34D-4B9C-9E1F-196750DA8501}" srcOrd="1" destOrd="0" presId="urn:microsoft.com/office/officeart/2005/8/layout/hierarchy3"/>
    <dgm:cxn modelId="{FD68DB9C-B7DD-4404-994F-7F94DCF9A63B}" type="presParOf" srcId="{D5AFC246-C800-4848-92AC-D3CA44F4DB5B}" destId="{37F00902-0AEF-4748-9254-3A39D8630C81}" srcOrd="1" destOrd="0" presId="urn:microsoft.com/office/officeart/2005/8/layout/hierarchy3"/>
    <dgm:cxn modelId="{8851269E-9E47-4EE2-ADBA-C6C464C2EA88}" type="presParOf" srcId="{37F00902-0AEF-4748-9254-3A39D8630C81}" destId="{CAFBB3D6-2FEC-44FB-B52E-7236A5AC0425}" srcOrd="0" destOrd="0" presId="urn:microsoft.com/office/officeart/2005/8/layout/hierarchy3"/>
    <dgm:cxn modelId="{1238534C-DE27-4E1F-A7AD-C2B8E44DD02D}" type="presParOf" srcId="{37F00902-0AEF-4748-9254-3A39D8630C81}" destId="{FC9519AE-5AB2-4FB8-8910-67BA8EAC409E}" srcOrd="1" destOrd="0" presId="urn:microsoft.com/office/officeart/2005/8/layout/hierarchy3"/>
    <dgm:cxn modelId="{5B32FB01-E982-4061-AB63-C2BC6411171C}" type="presParOf" srcId="{37F00902-0AEF-4748-9254-3A39D8630C81}" destId="{431BD64B-D4C1-4098-B0B6-DD040A875D01}" srcOrd="2" destOrd="0" presId="urn:microsoft.com/office/officeart/2005/8/layout/hierarchy3"/>
    <dgm:cxn modelId="{F6183EC7-345E-43DB-9DA3-6B19B5CEE982}" type="presParOf" srcId="{37F00902-0AEF-4748-9254-3A39D8630C81}" destId="{52744EB9-2C34-498A-92E5-770DBCE0D7F4}" srcOrd="3" destOrd="0" presId="urn:microsoft.com/office/officeart/2005/8/layout/hierarchy3"/>
    <dgm:cxn modelId="{03825424-86C0-4799-B1BF-71254C020D77}" type="presParOf" srcId="{37F00902-0AEF-4748-9254-3A39D8630C81}" destId="{CAD82696-1651-4811-ACB9-5232453B1B1C}" srcOrd="4" destOrd="0" presId="urn:microsoft.com/office/officeart/2005/8/layout/hierarchy3"/>
    <dgm:cxn modelId="{D12F8304-2CDF-4D05-8104-CDA1B34276F1}" type="presParOf" srcId="{37F00902-0AEF-4748-9254-3A39D8630C81}" destId="{5952E84A-7661-409F-833A-1D2F46672807}" srcOrd="5" destOrd="0" presId="urn:microsoft.com/office/officeart/2005/8/layout/hierarchy3"/>
    <dgm:cxn modelId="{AB9101EB-4537-4D0C-B226-7C967C57782F}" type="presParOf" srcId="{CD6F6516-51A2-44CF-8A59-7356DB327826}" destId="{76775189-925A-4046-A080-B2405C1D3D55}" srcOrd="3" destOrd="0" presId="urn:microsoft.com/office/officeart/2005/8/layout/hierarchy3"/>
    <dgm:cxn modelId="{8EAE2907-F2BE-4D09-9B32-2D15717E9008}" type="presParOf" srcId="{76775189-925A-4046-A080-B2405C1D3D55}" destId="{4AEFD872-A43C-4E66-9E49-15684E0310A0}" srcOrd="0" destOrd="0" presId="urn:microsoft.com/office/officeart/2005/8/layout/hierarchy3"/>
    <dgm:cxn modelId="{533DA125-4245-452C-BF32-D7838DA8C48A}" type="presParOf" srcId="{4AEFD872-A43C-4E66-9E49-15684E0310A0}" destId="{67258E77-C380-4B5D-848F-A3FC3F147557}" srcOrd="0" destOrd="0" presId="urn:microsoft.com/office/officeart/2005/8/layout/hierarchy3"/>
    <dgm:cxn modelId="{92AC1C55-6274-40AF-9CCD-FB9722FD0130}" type="presParOf" srcId="{4AEFD872-A43C-4E66-9E49-15684E0310A0}" destId="{F173C921-72E4-4C50-B5CD-803256BAD633}" srcOrd="1" destOrd="0" presId="urn:microsoft.com/office/officeart/2005/8/layout/hierarchy3"/>
    <dgm:cxn modelId="{1B0FF794-8213-4F95-BF57-581AAB9CBF0D}" type="presParOf" srcId="{76775189-925A-4046-A080-B2405C1D3D55}" destId="{8E14B81D-FDE5-47D8-BB55-A34739FBED9B}" srcOrd="1" destOrd="0" presId="urn:microsoft.com/office/officeart/2005/8/layout/hierarchy3"/>
    <dgm:cxn modelId="{98F26DD0-0EA1-4D5C-B7F9-0A2A1995F4F7}" type="presParOf" srcId="{8E14B81D-FDE5-47D8-BB55-A34739FBED9B}" destId="{759C3668-3315-4534-8A38-705C484ACF40}" srcOrd="0" destOrd="0" presId="urn:microsoft.com/office/officeart/2005/8/layout/hierarchy3"/>
    <dgm:cxn modelId="{201DD932-A772-479B-94F8-B2819DF44CE0}" type="presParOf" srcId="{8E14B81D-FDE5-47D8-BB55-A34739FBED9B}" destId="{C5912804-14A1-4EA7-BE3F-8F9A7B817320}" srcOrd="1" destOrd="0" presId="urn:microsoft.com/office/officeart/2005/8/layout/hierarchy3"/>
    <dgm:cxn modelId="{B40C0BAC-875E-4F69-8FF0-5658BF391C46}" type="presParOf" srcId="{8E14B81D-FDE5-47D8-BB55-A34739FBED9B}" destId="{5992AFBC-2E2A-4467-ABC3-CE77EF6F7026}" srcOrd="2" destOrd="0" presId="urn:microsoft.com/office/officeart/2005/8/layout/hierarchy3"/>
    <dgm:cxn modelId="{C0390571-0D63-49AD-8D93-3ACA05BECAAB}" type="presParOf" srcId="{8E14B81D-FDE5-47D8-BB55-A34739FBED9B}" destId="{83064C6B-2A42-4BAC-8EAA-A954BAC2EF3F}" srcOrd="3" destOrd="0" presId="urn:microsoft.com/office/officeart/2005/8/layout/hierarchy3"/>
    <dgm:cxn modelId="{389E6F7D-2A4C-4895-8508-A86CB5D69F22}" type="presParOf" srcId="{8E14B81D-FDE5-47D8-BB55-A34739FBED9B}" destId="{1385B882-2F74-468A-B76A-44CDE75B024D}" srcOrd="4" destOrd="0" presId="urn:microsoft.com/office/officeart/2005/8/layout/hierarchy3"/>
    <dgm:cxn modelId="{BCAA9CB9-245B-4E7A-ACE3-D0E9673B99D9}" type="presParOf" srcId="{8E14B81D-FDE5-47D8-BB55-A34739FBED9B}" destId="{F0DD55A1-647B-409E-9EE7-03C45C22F57D}" srcOrd="5" destOrd="0" presId="urn:microsoft.com/office/officeart/2005/8/layout/hierarchy3"/>
    <dgm:cxn modelId="{4B447983-74E6-42C3-BA4B-49FFDC26F0E6}" type="presParOf" srcId="{8E14B81D-FDE5-47D8-BB55-A34739FBED9B}" destId="{8FEC9EE8-6502-40DC-81B2-2FF61B7D933F}" srcOrd="6" destOrd="0" presId="urn:microsoft.com/office/officeart/2005/8/layout/hierarchy3"/>
    <dgm:cxn modelId="{B0A08D92-9804-40F6-99E7-044CE20DB378}" type="presParOf" srcId="{8E14B81D-FDE5-47D8-BB55-A34739FBED9B}" destId="{3B6BCE34-5248-4476-8FB4-91A6E581D60C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C10E9-ED64-4605-B32B-40CB098B08FD}">
      <dsp:nvSpPr>
        <dsp:cNvPr id="0" name=""/>
        <dsp:cNvSpPr/>
      </dsp:nvSpPr>
      <dsp:spPr>
        <a:xfrm>
          <a:off x="5134" y="1737946"/>
          <a:ext cx="1750888" cy="87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1"/>
            <a:t>¿Qué es un motor de videojuegos?</a:t>
          </a:r>
        </a:p>
      </dsp:txBody>
      <dsp:txXfrm>
        <a:off x="30775" y="1763587"/>
        <a:ext cx="1699606" cy="824162"/>
      </dsp:txXfrm>
    </dsp:sp>
    <dsp:sp modelId="{7FF91C1E-CAEA-4DEA-BCB7-C6EACDB7FA83}">
      <dsp:nvSpPr>
        <dsp:cNvPr id="0" name=""/>
        <dsp:cNvSpPr/>
      </dsp:nvSpPr>
      <dsp:spPr>
        <a:xfrm>
          <a:off x="2193745" y="1737946"/>
          <a:ext cx="1750888" cy="87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1649984"/>
                <a:satOff val="-7300"/>
                <a:lumOff val="-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649984"/>
                <a:satOff val="-7300"/>
                <a:lumOff val="-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649984"/>
                <a:satOff val="-7300"/>
                <a:lumOff val="-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1"/>
            <a:t>Comparativa Unity, Godot y GameMaker</a:t>
          </a:r>
        </a:p>
      </dsp:txBody>
      <dsp:txXfrm>
        <a:off x="2219386" y="1763587"/>
        <a:ext cx="1699606" cy="824162"/>
      </dsp:txXfrm>
    </dsp:sp>
    <dsp:sp modelId="{D32289D1-2B0D-4F22-B750-2E77B43DD0D9}">
      <dsp:nvSpPr>
        <dsp:cNvPr id="0" name=""/>
        <dsp:cNvSpPr/>
      </dsp:nvSpPr>
      <dsp:spPr>
        <a:xfrm>
          <a:off x="4382355" y="1737946"/>
          <a:ext cx="1750888" cy="87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1"/>
            <a:t>¿Por qué 2D?</a:t>
          </a:r>
        </a:p>
      </dsp:txBody>
      <dsp:txXfrm>
        <a:off x="4407996" y="1763587"/>
        <a:ext cx="1699606" cy="824162"/>
      </dsp:txXfrm>
    </dsp:sp>
    <dsp:sp modelId="{7215E7F3-737A-49B4-9B6E-1624ADE42832}">
      <dsp:nvSpPr>
        <dsp:cNvPr id="0" name=""/>
        <dsp:cNvSpPr/>
      </dsp:nvSpPr>
      <dsp:spPr>
        <a:xfrm>
          <a:off x="6570966" y="1737946"/>
          <a:ext cx="1750888" cy="87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949952"/>
                <a:satOff val="-21901"/>
                <a:lumOff val="-36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49952"/>
                <a:satOff val="-21901"/>
                <a:lumOff val="-36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49952"/>
                <a:satOff val="-21901"/>
                <a:lumOff val="-36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1"/>
            <a:t>¿Por qué Unity, Godot y GameMaker?</a:t>
          </a:r>
        </a:p>
      </dsp:txBody>
      <dsp:txXfrm>
        <a:off x="6596607" y="1763587"/>
        <a:ext cx="1699606" cy="824162"/>
      </dsp:txXfrm>
    </dsp:sp>
    <dsp:sp modelId="{3B5B0B03-4B6B-4129-AFD1-AD47CC22952E}">
      <dsp:nvSpPr>
        <dsp:cNvPr id="0" name=""/>
        <dsp:cNvSpPr/>
      </dsp:nvSpPr>
      <dsp:spPr>
        <a:xfrm>
          <a:off x="8759576" y="1737946"/>
          <a:ext cx="1750888" cy="87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noProof="1"/>
            <a:t>Mismo juego en los tres motores</a:t>
          </a:r>
        </a:p>
      </dsp:txBody>
      <dsp:txXfrm>
        <a:off x="8785217" y="1763587"/>
        <a:ext cx="1699606" cy="8241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C10E9-ED64-4605-B32B-40CB098B08FD}">
      <dsp:nvSpPr>
        <dsp:cNvPr id="0" name=""/>
        <dsp:cNvSpPr/>
      </dsp:nvSpPr>
      <dsp:spPr>
        <a:xfrm>
          <a:off x="1283011" y="1796"/>
          <a:ext cx="1766210" cy="883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Librerías y frameworks</a:t>
          </a:r>
        </a:p>
      </dsp:txBody>
      <dsp:txXfrm>
        <a:off x="1308876" y="27661"/>
        <a:ext cx="1714480" cy="831375"/>
      </dsp:txXfrm>
    </dsp:sp>
    <dsp:sp modelId="{ACA8232E-E3CA-4546-A3EC-AC684A99C319}">
      <dsp:nvSpPr>
        <dsp:cNvPr id="0" name=""/>
        <dsp:cNvSpPr/>
      </dsp:nvSpPr>
      <dsp:spPr>
        <a:xfrm>
          <a:off x="3490774" y="1796"/>
          <a:ext cx="1766210" cy="883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Pros</a:t>
          </a:r>
        </a:p>
      </dsp:txBody>
      <dsp:txXfrm>
        <a:off x="3516639" y="27661"/>
        <a:ext cx="1714480" cy="831375"/>
      </dsp:txXfrm>
    </dsp:sp>
    <dsp:sp modelId="{57B7F1BC-5744-4DC0-89AC-B053AAD2619A}">
      <dsp:nvSpPr>
        <dsp:cNvPr id="0" name=""/>
        <dsp:cNvSpPr/>
      </dsp:nvSpPr>
      <dsp:spPr>
        <a:xfrm>
          <a:off x="3667395" y="884901"/>
          <a:ext cx="176621" cy="662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328"/>
              </a:lnTo>
              <a:lnTo>
                <a:pt x="176621" y="66232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755110-8CD6-44C7-B4EA-5D7675A39060}">
      <dsp:nvSpPr>
        <dsp:cNvPr id="0" name=""/>
        <dsp:cNvSpPr/>
      </dsp:nvSpPr>
      <dsp:spPr>
        <a:xfrm>
          <a:off x="3844016" y="1105678"/>
          <a:ext cx="1412968" cy="883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1"/>
            <a:t>Mayor customización.</a:t>
          </a:r>
        </a:p>
      </dsp:txBody>
      <dsp:txXfrm>
        <a:off x="3869881" y="1131543"/>
        <a:ext cx="1361238" cy="831375"/>
      </dsp:txXfrm>
    </dsp:sp>
    <dsp:sp modelId="{3696EBFB-0009-45E8-A858-7F0BFBBD9FDA}">
      <dsp:nvSpPr>
        <dsp:cNvPr id="0" name=""/>
        <dsp:cNvSpPr/>
      </dsp:nvSpPr>
      <dsp:spPr>
        <a:xfrm>
          <a:off x="3667395" y="884901"/>
          <a:ext cx="176621" cy="17662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6210"/>
              </a:lnTo>
              <a:lnTo>
                <a:pt x="176621" y="176621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CD96CE-5737-49F1-AB5A-63714D52E89F}">
      <dsp:nvSpPr>
        <dsp:cNvPr id="0" name=""/>
        <dsp:cNvSpPr/>
      </dsp:nvSpPr>
      <dsp:spPr>
        <a:xfrm>
          <a:off x="3844016" y="2209559"/>
          <a:ext cx="1412968" cy="883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199979"/>
              <a:satOff val="-9734"/>
              <a:lumOff val="-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1"/>
            <a:t> Implementar mecánicas innovadoras. </a:t>
          </a:r>
        </a:p>
      </dsp:txBody>
      <dsp:txXfrm>
        <a:off x="3869881" y="2235424"/>
        <a:ext cx="1361238" cy="831375"/>
      </dsp:txXfrm>
    </dsp:sp>
    <dsp:sp modelId="{74C0A5C2-3963-4303-948C-1F8A9E5A3B36}">
      <dsp:nvSpPr>
        <dsp:cNvPr id="0" name=""/>
        <dsp:cNvSpPr/>
      </dsp:nvSpPr>
      <dsp:spPr>
        <a:xfrm>
          <a:off x="3667395" y="884901"/>
          <a:ext cx="176621" cy="2870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0091"/>
              </a:lnTo>
              <a:lnTo>
                <a:pt x="176621" y="287009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BE7292-16A2-42A4-A9D8-2C8AF9D89872}">
      <dsp:nvSpPr>
        <dsp:cNvPr id="0" name=""/>
        <dsp:cNvSpPr/>
      </dsp:nvSpPr>
      <dsp:spPr>
        <a:xfrm>
          <a:off x="3844016" y="3313441"/>
          <a:ext cx="1412968" cy="883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399958"/>
              <a:satOff val="-19468"/>
              <a:lumOff val="-32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1"/>
            <a:t>Mayor aprendizaje.</a:t>
          </a:r>
        </a:p>
      </dsp:txBody>
      <dsp:txXfrm>
        <a:off x="3869881" y="3339306"/>
        <a:ext cx="1361238" cy="831375"/>
      </dsp:txXfrm>
    </dsp:sp>
    <dsp:sp modelId="{DCCEB5BA-00FF-48EE-A55B-2E9B1654BC89}">
      <dsp:nvSpPr>
        <dsp:cNvPr id="0" name=""/>
        <dsp:cNvSpPr/>
      </dsp:nvSpPr>
      <dsp:spPr>
        <a:xfrm>
          <a:off x="5698537" y="1796"/>
          <a:ext cx="1766210" cy="883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Contras</a:t>
          </a:r>
        </a:p>
      </dsp:txBody>
      <dsp:txXfrm>
        <a:off x="5724402" y="27661"/>
        <a:ext cx="1714480" cy="831375"/>
      </dsp:txXfrm>
    </dsp:sp>
    <dsp:sp modelId="{D4D1CF68-AE2C-4B1C-B65F-BDF17022CC3D}">
      <dsp:nvSpPr>
        <dsp:cNvPr id="0" name=""/>
        <dsp:cNvSpPr/>
      </dsp:nvSpPr>
      <dsp:spPr>
        <a:xfrm>
          <a:off x="5875158" y="884901"/>
          <a:ext cx="176621" cy="662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328"/>
              </a:lnTo>
              <a:lnTo>
                <a:pt x="176621" y="66232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F45095-A95A-415B-BAA7-4E33ABB224D2}">
      <dsp:nvSpPr>
        <dsp:cNvPr id="0" name=""/>
        <dsp:cNvSpPr/>
      </dsp:nvSpPr>
      <dsp:spPr>
        <a:xfrm>
          <a:off x="6051779" y="1105678"/>
          <a:ext cx="1412968" cy="883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1"/>
            <a:t>Hacer todo desde cero (reinventar la rueda).</a:t>
          </a:r>
        </a:p>
      </dsp:txBody>
      <dsp:txXfrm>
        <a:off x="6077644" y="1131543"/>
        <a:ext cx="1361238" cy="8313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C10E9-ED64-4605-B32B-40CB098B08FD}">
      <dsp:nvSpPr>
        <dsp:cNvPr id="0" name=""/>
        <dsp:cNvSpPr/>
      </dsp:nvSpPr>
      <dsp:spPr>
        <a:xfrm>
          <a:off x="1469" y="97254"/>
          <a:ext cx="1689149" cy="8445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noProof="1"/>
            <a:t>Framework que agiliza la creación de las experiencias digitales.</a:t>
          </a:r>
        </a:p>
      </dsp:txBody>
      <dsp:txXfrm>
        <a:off x="26206" y="121991"/>
        <a:ext cx="1639675" cy="795100"/>
      </dsp:txXfrm>
    </dsp:sp>
    <dsp:sp modelId="{F80AE443-3039-4941-B4AC-9C6E84175035}">
      <dsp:nvSpPr>
        <dsp:cNvPr id="0" name=""/>
        <dsp:cNvSpPr/>
      </dsp:nvSpPr>
      <dsp:spPr>
        <a:xfrm>
          <a:off x="2112906" y="97254"/>
          <a:ext cx="1689149" cy="8445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noProof="1"/>
            <a:t>Datos usados.</a:t>
          </a:r>
        </a:p>
      </dsp:txBody>
      <dsp:txXfrm>
        <a:off x="2137643" y="121991"/>
        <a:ext cx="1639675" cy="795100"/>
      </dsp:txXfrm>
    </dsp:sp>
    <dsp:sp modelId="{7977BE07-2F79-4C71-9248-B6E09A5D926C}">
      <dsp:nvSpPr>
        <dsp:cNvPr id="0" name=""/>
        <dsp:cNvSpPr/>
      </dsp:nvSpPr>
      <dsp:spPr>
        <a:xfrm>
          <a:off x="2281821" y="941829"/>
          <a:ext cx="168914" cy="6334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3431"/>
              </a:lnTo>
              <a:lnTo>
                <a:pt x="168914" y="6334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595C61-53A6-499F-9C00-997BB6BEAF0D}">
      <dsp:nvSpPr>
        <dsp:cNvPr id="0" name=""/>
        <dsp:cNvSpPr/>
      </dsp:nvSpPr>
      <dsp:spPr>
        <a:xfrm>
          <a:off x="2450736" y="1152973"/>
          <a:ext cx="1351319" cy="844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1"/>
            <a:t>Gráficos.</a:t>
          </a:r>
        </a:p>
      </dsp:txBody>
      <dsp:txXfrm>
        <a:off x="2475473" y="1177710"/>
        <a:ext cx="1301845" cy="795100"/>
      </dsp:txXfrm>
    </dsp:sp>
    <dsp:sp modelId="{4CB3FAAE-1D2B-4821-B194-CE3DAA6C9106}">
      <dsp:nvSpPr>
        <dsp:cNvPr id="0" name=""/>
        <dsp:cNvSpPr/>
      </dsp:nvSpPr>
      <dsp:spPr>
        <a:xfrm>
          <a:off x="2281821" y="941829"/>
          <a:ext cx="168914" cy="16891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9149"/>
              </a:lnTo>
              <a:lnTo>
                <a:pt x="168914" y="168914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C0D5B5-DD34-4EDE-93F1-DDC53A970718}">
      <dsp:nvSpPr>
        <dsp:cNvPr id="0" name=""/>
        <dsp:cNvSpPr/>
      </dsp:nvSpPr>
      <dsp:spPr>
        <a:xfrm>
          <a:off x="2450736" y="2208691"/>
          <a:ext cx="1351319" cy="844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319987"/>
              <a:satOff val="-5840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1"/>
            <a:t>Audio.</a:t>
          </a:r>
        </a:p>
      </dsp:txBody>
      <dsp:txXfrm>
        <a:off x="2475473" y="2233428"/>
        <a:ext cx="1301845" cy="795100"/>
      </dsp:txXfrm>
    </dsp:sp>
    <dsp:sp modelId="{7A7263F1-80CF-46FF-9EB0-EC6396CE232F}">
      <dsp:nvSpPr>
        <dsp:cNvPr id="0" name=""/>
        <dsp:cNvSpPr/>
      </dsp:nvSpPr>
      <dsp:spPr>
        <a:xfrm>
          <a:off x="2281821" y="941829"/>
          <a:ext cx="168914" cy="27448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4868"/>
              </a:lnTo>
              <a:lnTo>
                <a:pt x="168914" y="27448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E90855-000E-4026-BBBB-58316A2A7822}">
      <dsp:nvSpPr>
        <dsp:cNvPr id="0" name=""/>
        <dsp:cNvSpPr/>
      </dsp:nvSpPr>
      <dsp:spPr>
        <a:xfrm>
          <a:off x="2450736" y="3264410"/>
          <a:ext cx="1351319" cy="844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639975"/>
              <a:satOff val="-11681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1"/>
            <a:t>Lógica.</a:t>
          </a:r>
        </a:p>
      </dsp:txBody>
      <dsp:txXfrm>
        <a:off x="2475473" y="3289147"/>
        <a:ext cx="1301845" cy="795100"/>
      </dsp:txXfrm>
    </dsp:sp>
    <dsp:sp modelId="{EDD3FB3B-8251-411A-9306-DC2371A4BE0C}">
      <dsp:nvSpPr>
        <dsp:cNvPr id="0" name=""/>
        <dsp:cNvSpPr/>
      </dsp:nvSpPr>
      <dsp:spPr>
        <a:xfrm>
          <a:off x="4224343" y="97254"/>
          <a:ext cx="1689149" cy="8445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noProof="1"/>
            <a:t>Especialización del motor.</a:t>
          </a:r>
        </a:p>
      </dsp:txBody>
      <dsp:txXfrm>
        <a:off x="4249080" y="121991"/>
        <a:ext cx="1639675" cy="795100"/>
      </dsp:txXfrm>
    </dsp:sp>
    <dsp:sp modelId="{CBC7FC1A-D039-4A0E-8508-CEA87C7058A6}">
      <dsp:nvSpPr>
        <dsp:cNvPr id="0" name=""/>
        <dsp:cNvSpPr/>
      </dsp:nvSpPr>
      <dsp:spPr>
        <a:xfrm>
          <a:off x="6335780" y="97254"/>
          <a:ext cx="1689149" cy="8445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noProof="1"/>
            <a:t>Tipos de motores.</a:t>
          </a:r>
        </a:p>
      </dsp:txBody>
      <dsp:txXfrm>
        <a:off x="6360517" y="121991"/>
        <a:ext cx="1639675" cy="795100"/>
      </dsp:txXfrm>
    </dsp:sp>
    <dsp:sp modelId="{18490156-86CC-4CDA-9A01-69019E739F95}">
      <dsp:nvSpPr>
        <dsp:cNvPr id="0" name=""/>
        <dsp:cNvSpPr/>
      </dsp:nvSpPr>
      <dsp:spPr>
        <a:xfrm>
          <a:off x="6504695" y="941829"/>
          <a:ext cx="168914" cy="6334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3431"/>
              </a:lnTo>
              <a:lnTo>
                <a:pt x="168914" y="6334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2C8CD3-7AB6-499B-94AA-A310DB1C69B4}">
      <dsp:nvSpPr>
        <dsp:cNvPr id="0" name=""/>
        <dsp:cNvSpPr/>
      </dsp:nvSpPr>
      <dsp:spPr>
        <a:xfrm>
          <a:off x="6673610" y="1152973"/>
          <a:ext cx="1351319" cy="844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959962"/>
              <a:satOff val="-1752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1"/>
            <a:t>Privados (empresa).</a:t>
          </a:r>
        </a:p>
      </dsp:txBody>
      <dsp:txXfrm>
        <a:off x="6698347" y="1177710"/>
        <a:ext cx="1301845" cy="795100"/>
      </dsp:txXfrm>
    </dsp:sp>
    <dsp:sp modelId="{268DBDAA-8071-4B2A-B494-2E0F14501DAD}">
      <dsp:nvSpPr>
        <dsp:cNvPr id="0" name=""/>
        <dsp:cNvSpPr/>
      </dsp:nvSpPr>
      <dsp:spPr>
        <a:xfrm>
          <a:off x="6504695" y="941829"/>
          <a:ext cx="168914" cy="16891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9149"/>
              </a:lnTo>
              <a:lnTo>
                <a:pt x="168914" y="168914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E3F6A2-8361-41F4-9B09-673570936911}">
      <dsp:nvSpPr>
        <dsp:cNvPr id="0" name=""/>
        <dsp:cNvSpPr/>
      </dsp:nvSpPr>
      <dsp:spPr>
        <a:xfrm>
          <a:off x="6673610" y="2208691"/>
          <a:ext cx="1351319" cy="844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279950"/>
              <a:satOff val="-23362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1"/>
            <a:t>Personales.</a:t>
          </a:r>
        </a:p>
      </dsp:txBody>
      <dsp:txXfrm>
        <a:off x="6698347" y="2233428"/>
        <a:ext cx="1301845" cy="795100"/>
      </dsp:txXfrm>
    </dsp:sp>
    <dsp:sp modelId="{DF75FBF7-561A-43BA-ABA7-FECC4BE5F9E3}">
      <dsp:nvSpPr>
        <dsp:cNvPr id="0" name=""/>
        <dsp:cNvSpPr/>
      </dsp:nvSpPr>
      <dsp:spPr>
        <a:xfrm>
          <a:off x="6504695" y="941829"/>
          <a:ext cx="168914" cy="27448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4868"/>
              </a:lnTo>
              <a:lnTo>
                <a:pt x="168914" y="27448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18F57-E4BA-474F-9FA2-D557506303BE}">
      <dsp:nvSpPr>
        <dsp:cNvPr id="0" name=""/>
        <dsp:cNvSpPr/>
      </dsp:nvSpPr>
      <dsp:spPr>
        <a:xfrm>
          <a:off x="6673610" y="3264410"/>
          <a:ext cx="1351319" cy="844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1"/>
            <a:t>Públicos.</a:t>
          </a:r>
        </a:p>
      </dsp:txBody>
      <dsp:txXfrm>
        <a:off x="6698347" y="3289147"/>
        <a:ext cx="1301845" cy="7951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D1439-1E29-4C2A-ABD3-ADD04467D49E}">
      <dsp:nvSpPr>
        <dsp:cNvPr id="0" name=""/>
        <dsp:cNvSpPr/>
      </dsp:nvSpPr>
      <dsp:spPr>
        <a:xfrm>
          <a:off x="0" y="4030148"/>
          <a:ext cx="10515600" cy="66117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Herramientas out of the box:</a:t>
          </a:r>
        </a:p>
      </dsp:txBody>
      <dsp:txXfrm>
        <a:off x="0" y="4030148"/>
        <a:ext cx="10515600" cy="357036"/>
      </dsp:txXfrm>
    </dsp:sp>
    <dsp:sp modelId="{6898B546-5DCC-48B8-9734-20BE92FDA4D3}">
      <dsp:nvSpPr>
        <dsp:cNvPr id="0" name=""/>
        <dsp:cNvSpPr/>
      </dsp:nvSpPr>
      <dsp:spPr>
        <a:xfrm>
          <a:off x="1283" y="4373961"/>
          <a:ext cx="2102606" cy="3041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Sprite Editor</a:t>
          </a:r>
        </a:p>
      </dsp:txBody>
      <dsp:txXfrm>
        <a:off x="1283" y="4373961"/>
        <a:ext cx="2102606" cy="304142"/>
      </dsp:txXfrm>
    </dsp:sp>
    <dsp:sp modelId="{7D2BFCCB-DF40-4756-A84B-C462B7466EDC}">
      <dsp:nvSpPr>
        <dsp:cNvPr id="0" name=""/>
        <dsp:cNvSpPr/>
      </dsp:nvSpPr>
      <dsp:spPr>
        <a:xfrm>
          <a:off x="2103890" y="4373961"/>
          <a:ext cx="2102606" cy="304142"/>
        </a:xfrm>
        <a:prstGeom prst="rect">
          <a:avLst/>
        </a:prstGeom>
        <a:solidFill>
          <a:schemeClr val="accent4">
            <a:tint val="40000"/>
            <a:alpha val="90000"/>
            <a:hueOff val="1539884"/>
            <a:satOff val="-7667"/>
            <a:lumOff val="-728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539884"/>
              <a:satOff val="-7667"/>
              <a:lumOff val="-7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Sorting Layers y el Order in Layer</a:t>
          </a:r>
        </a:p>
      </dsp:txBody>
      <dsp:txXfrm>
        <a:off x="2103890" y="4373961"/>
        <a:ext cx="2102606" cy="304142"/>
      </dsp:txXfrm>
    </dsp:sp>
    <dsp:sp modelId="{C8B31222-FE89-437C-87AF-A1019AC184AA}">
      <dsp:nvSpPr>
        <dsp:cNvPr id="0" name=""/>
        <dsp:cNvSpPr/>
      </dsp:nvSpPr>
      <dsp:spPr>
        <a:xfrm>
          <a:off x="4206496" y="4373961"/>
          <a:ext cx="2102606" cy="304142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Tilemap y Grid</a:t>
          </a:r>
        </a:p>
      </dsp:txBody>
      <dsp:txXfrm>
        <a:off x="4206496" y="4373961"/>
        <a:ext cx="2102606" cy="304142"/>
      </dsp:txXfrm>
    </dsp:sp>
    <dsp:sp modelId="{C310847A-4C3E-4F3D-8BB5-DB04ED3431AB}">
      <dsp:nvSpPr>
        <dsp:cNvPr id="0" name=""/>
        <dsp:cNvSpPr/>
      </dsp:nvSpPr>
      <dsp:spPr>
        <a:xfrm>
          <a:off x="6309103" y="4373961"/>
          <a:ext cx="2102606" cy="304142"/>
        </a:xfrm>
        <a:prstGeom prst="rect">
          <a:avLst/>
        </a:prstGeom>
        <a:solidFill>
          <a:schemeClr val="accent4">
            <a:tint val="40000"/>
            <a:alpha val="90000"/>
            <a:hueOff val="4619651"/>
            <a:satOff val="-23002"/>
            <a:lumOff val="-218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4619651"/>
              <a:satOff val="-23002"/>
              <a:lumOff val="-21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Animator y Animation Clips</a:t>
          </a:r>
        </a:p>
      </dsp:txBody>
      <dsp:txXfrm>
        <a:off x="6309103" y="4373961"/>
        <a:ext cx="2102606" cy="304142"/>
      </dsp:txXfrm>
    </dsp:sp>
    <dsp:sp modelId="{D069A730-C628-40FA-9C92-311364227CEC}">
      <dsp:nvSpPr>
        <dsp:cNvPr id="0" name=""/>
        <dsp:cNvSpPr/>
      </dsp:nvSpPr>
      <dsp:spPr>
        <a:xfrm>
          <a:off x="8411709" y="4373961"/>
          <a:ext cx="2102606" cy="304142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Shader Graph</a:t>
          </a:r>
        </a:p>
      </dsp:txBody>
      <dsp:txXfrm>
        <a:off x="8411709" y="4373961"/>
        <a:ext cx="2102606" cy="304142"/>
      </dsp:txXfrm>
    </dsp:sp>
    <dsp:sp modelId="{92E1A297-B804-4F6B-BF87-2D2309CED249}">
      <dsp:nvSpPr>
        <dsp:cNvPr id="0" name=""/>
        <dsp:cNvSpPr/>
      </dsp:nvSpPr>
      <dsp:spPr>
        <a:xfrm rot="10800000">
          <a:off x="0" y="3023171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1649984"/>
                <a:satOff val="-7300"/>
                <a:lumOff val="-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649984"/>
                <a:satOff val="-7300"/>
                <a:lumOff val="-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649984"/>
                <a:satOff val="-7300"/>
                <a:lumOff val="-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GameObjects, Escenas, C#, 2D, 3D y VR. Buen rendimiento.</a:t>
          </a:r>
        </a:p>
      </dsp:txBody>
      <dsp:txXfrm rot="10800000">
        <a:off x="0" y="3023171"/>
        <a:ext cx="10515600" cy="660747"/>
      </dsp:txXfrm>
    </dsp:sp>
    <dsp:sp modelId="{50FD35DB-5FB5-4B7C-9726-B20926603334}">
      <dsp:nvSpPr>
        <dsp:cNvPr id="0" name=""/>
        <dsp:cNvSpPr/>
      </dsp:nvSpPr>
      <dsp:spPr>
        <a:xfrm rot="10800000">
          <a:off x="0" y="2016195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Buena comunidad.</a:t>
          </a:r>
        </a:p>
      </dsp:txBody>
      <dsp:txXfrm rot="10800000">
        <a:off x="0" y="2016195"/>
        <a:ext cx="10515600" cy="660747"/>
      </dsp:txXfrm>
    </dsp:sp>
    <dsp:sp modelId="{1BC1D5D7-276B-4DA8-B245-BA398CD75CE0}">
      <dsp:nvSpPr>
        <dsp:cNvPr id="0" name=""/>
        <dsp:cNvSpPr/>
      </dsp:nvSpPr>
      <dsp:spPr>
        <a:xfrm rot="10800000">
          <a:off x="0" y="1009219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4949952"/>
                <a:satOff val="-21901"/>
                <a:lumOff val="-36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49952"/>
                <a:satOff val="-21901"/>
                <a:lumOff val="-36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49952"/>
                <a:satOff val="-21901"/>
                <a:lumOff val="-36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Buena documentacióm.</a:t>
          </a:r>
        </a:p>
      </dsp:txBody>
      <dsp:txXfrm rot="10800000">
        <a:off x="0" y="1009219"/>
        <a:ext cx="10515600" cy="660747"/>
      </dsp:txXfrm>
    </dsp:sp>
    <dsp:sp modelId="{651D4386-2D71-4050-9696-F315E8BE374A}">
      <dsp:nvSpPr>
        <dsp:cNvPr id="0" name=""/>
        <dsp:cNvSpPr/>
      </dsp:nvSpPr>
      <dsp:spPr>
        <a:xfrm rot="10800000">
          <a:off x="0" y="2243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Asset Store.</a:t>
          </a:r>
        </a:p>
      </dsp:txBody>
      <dsp:txXfrm rot="10800000">
        <a:off x="0" y="2243"/>
        <a:ext cx="10515600" cy="6607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D1439-1E29-4C2A-ABD3-ADD04467D49E}">
      <dsp:nvSpPr>
        <dsp:cNvPr id="0" name=""/>
        <dsp:cNvSpPr/>
      </dsp:nvSpPr>
      <dsp:spPr>
        <a:xfrm>
          <a:off x="0" y="4030148"/>
          <a:ext cx="10515600" cy="66117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Herramientas out of the box:</a:t>
          </a:r>
        </a:p>
      </dsp:txBody>
      <dsp:txXfrm>
        <a:off x="0" y="4030148"/>
        <a:ext cx="10515600" cy="357036"/>
      </dsp:txXfrm>
    </dsp:sp>
    <dsp:sp modelId="{6898B546-5DCC-48B8-9734-20BE92FDA4D3}">
      <dsp:nvSpPr>
        <dsp:cNvPr id="0" name=""/>
        <dsp:cNvSpPr/>
      </dsp:nvSpPr>
      <dsp:spPr>
        <a:xfrm>
          <a:off x="1283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Sprite2D</a:t>
          </a:r>
        </a:p>
      </dsp:txBody>
      <dsp:txXfrm>
        <a:off x="1283" y="4373961"/>
        <a:ext cx="1501861" cy="304142"/>
      </dsp:txXfrm>
    </dsp:sp>
    <dsp:sp modelId="{7D2BFCCB-DF40-4756-A84B-C462B7466EDC}">
      <dsp:nvSpPr>
        <dsp:cNvPr id="0" name=""/>
        <dsp:cNvSpPr/>
      </dsp:nvSpPr>
      <dsp:spPr>
        <a:xfrm>
          <a:off x="1503145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1026589"/>
            <a:satOff val="-5111"/>
            <a:lumOff val="-48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26589"/>
              <a:satOff val="-5111"/>
              <a:lumOff val="-4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AnimatedSprite2D</a:t>
          </a:r>
        </a:p>
      </dsp:txBody>
      <dsp:txXfrm>
        <a:off x="1503145" y="4373961"/>
        <a:ext cx="1501861" cy="304142"/>
      </dsp:txXfrm>
    </dsp:sp>
    <dsp:sp modelId="{C8B31222-FE89-437C-87AF-A1019AC184AA}">
      <dsp:nvSpPr>
        <dsp:cNvPr id="0" name=""/>
        <dsp:cNvSpPr/>
      </dsp:nvSpPr>
      <dsp:spPr>
        <a:xfrm>
          <a:off x="3005007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2053179"/>
            <a:satOff val="-10223"/>
            <a:lumOff val="-97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2053179"/>
              <a:satOff val="-10223"/>
              <a:lumOff val="-9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TileMap</a:t>
          </a:r>
        </a:p>
      </dsp:txBody>
      <dsp:txXfrm>
        <a:off x="3005007" y="4373961"/>
        <a:ext cx="1501861" cy="304142"/>
      </dsp:txXfrm>
    </dsp:sp>
    <dsp:sp modelId="{C310847A-4C3E-4F3D-8BB5-DB04ED3431AB}">
      <dsp:nvSpPr>
        <dsp:cNvPr id="0" name=""/>
        <dsp:cNvSpPr/>
      </dsp:nvSpPr>
      <dsp:spPr>
        <a:xfrm>
          <a:off x="4506869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AnimationPlayer</a:t>
          </a:r>
        </a:p>
      </dsp:txBody>
      <dsp:txXfrm>
        <a:off x="4506869" y="4373961"/>
        <a:ext cx="1501861" cy="304142"/>
      </dsp:txXfrm>
    </dsp:sp>
    <dsp:sp modelId="{D069A730-C628-40FA-9C92-311364227CEC}">
      <dsp:nvSpPr>
        <dsp:cNvPr id="0" name=""/>
        <dsp:cNvSpPr/>
      </dsp:nvSpPr>
      <dsp:spPr>
        <a:xfrm>
          <a:off x="6008730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4106357"/>
            <a:satOff val="-20446"/>
            <a:lumOff val="-194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4106357"/>
              <a:satOff val="-20446"/>
              <a:lumOff val="-194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Sistema de señales</a:t>
          </a:r>
        </a:p>
      </dsp:txBody>
      <dsp:txXfrm>
        <a:off x="6008730" y="4373961"/>
        <a:ext cx="1501861" cy="304142"/>
      </dsp:txXfrm>
    </dsp:sp>
    <dsp:sp modelId="{33995FC2-3D86-4EAF-A1AC-8CA8B6344FB9}">
      <dsp:nvSpPr>
        <dsp:cNvPr id="0" name=""/>
        <dsp:cNvSpPr/>
      </dsp:nvSpPr>
      <dsp:spPr>
        <a:xfrm>
          <a:off x="7510592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5132946"/>
            <a:satOff val="-25557"/>
            <a:lumOff val="-24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132946"/>
              <a:satOff val="-25557"/>
              <a:lumOff val="-24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Visual Shaders</a:t>
          </a:r>
        </a:p>
      </dsp:txBody>
      <dsp:txXfrm>
        <a:off x="7510592" y="4373961"/>
        <a:ext cx="1501861" cy="304142"/>
      </dsp:txXfrm>
    </dsp:sp>
    <dsp:sp modelId="{54B20FDB-E6C2-49DB-BA31-C70BF48C305B}">
      <dsp:nvSpPr>
        <dsp:cNvPr id="0" name=""/>
        <dsp:cNvSpPr/>
      </dsp:nvSpPr>
      <dsp:spPr>
        <a:xfrm>
          <a:off x="9012454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AssetLib</a:t>
          </a:r>
        </a:p>
      </dsp:txBody>
      <dsp:txXfrm>
        <a:off x="9012454" y="4373961"/>
        <a:ext cx="1501861" cy="304142"/>
      </dsp:txXfrm>
    </dsp:sp>
    <dsp:sp modelId="{92E1A297-B804-4F6B-BF87-2D2309CED249}">
      <dsp:nvSpPr>
        <dsp:cNvPr id="0" name=""/>
        <dsp:cNvSpPr/>
      </dsp:nvSpPr>
      <dsp:spPr>
        <a:xfrm rot="10800000">
          <a:off x="0" y="3023171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1649984"/>
                <a:satOff val="-7300"/>
                <a:lumOff val="-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649984"/>
                <a:satOff val="-7300"/>
                <a:lumOff val="-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649984"/>
                <a:satOff val="-7300"/>
                <a:lumOff val="-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Nodos, Escenas, GDScript, 2D, 3D. Motor muy ligero.</a:t>
          </a:r>
        </a:p>
      </dsp:txBody>
      <dsp:txXfrm rot="10800000">
        <a:off x="0" y="3023171"/>
        <a:ext cx="10515600" cy="660747"/>
      </dsp:txXfrm>
    </dsp:sp>
    <dsp:sp modelId="{ED1E5FAB-42DE-4CF5-91C0-5DA007661D2B}">
      <dsp:nvSpPr>
        <dsp:cNvPr id="0" name=""/>
        <dsp:cNvSpPr/>
      </dsp:nvSpPr>
      <dsp:spPr>
        <a:xfrm rot="10800000">
          <a:off x="0" y="2016195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Buena comunidad.</a:t>
          </a:r>
        </a:p>
      </dsp:txBody>
      <dsp:txXfrm rot="10800000">
        <a:off x="0" y="2016195"/>
        <a:ext cx="10515600" cy="660747"/>
      </dsp:txXfrm>
    </dsp:sp>
    <dsp:sp modelId="{50FD35DB-5FB5-4B7C-9726-B20926603334}">
      <dsp:nvSpPr>
        <dsp:cNvPr id="0" name=""/>
        <dsp:cNvSpPr/>
      </dsp:nvSpPr>
      <dsp:spPr>
        <a:xfrm rot="10800000">
          <a:off x="0" y="1009219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4949952"/>
                <a:satOff val="-21901"/>
                <a:lumOff val="-36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49952"/>
                <a:satOff val="-21901"/>
                <a:lumOff val="-36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49952"/>
                <a:satOff val="-21901"/>
                <a:lumOff val="-36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Buena documentación.</a:t>
          </a:r>
        </a:p>
      </dsp:txBody>
      <dsp:txXfrm rot="10800000">
        <a:off x="0" y="1009219"/>
        <a:ext cx="10515600" cy="660747"/>
      </dsp:txXfrm>
    </dsp:sp>
    <dsp:sp modelId="{651D4386-2D71-4050-9696-F315E8BE374A}">
      <dsp:nvSpPr>
        <dsp:cNvPr id="0" name=""/>
        <dsp:cNvSpPr/>
      </dsp:nvSpPr>
      <dsp:spPr>
        <a:xfrm rot="10800000">
          <a:off x="0" y="2243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Gratuito y de código abierto.</a:t>
          </a:r>
        </a:p>
      </dsp:txBody>
      <dsp:txXfrm rot="10800000">
        <a:off x="0" y="2243"/>
        <a:ext cx="10515600" cy="6607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D1439-1E29-4C2A-ABD3-ADD04467D49E}">
      <dsp:nvSpPr>
        <dsp:cNvPr id="0" name=""/>
        <dsp:cNvSpPr/>
      </dsp:nvSpPr>
      <dsp:spPr>
        <a:xfrm>
          <a:off x="0" y="4030148"/>
          <a:ext cx="10515600" cy="66117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Herramientas out of the box:</a:t>
          </a:r>
        </a:p>
      </dsp:txBody>
      <dsp:txXfrm>
        <a:off x="0" y="4030148"/>
        <a:ext cx="10515600" cy="357036"/>
      </dsp:txXfrm>
    </dsp:sp>
    <dsp:sp modelId="{6898B546-5DCC-48B8-9734-20BE92FDA4D3}">
      <dsp:nvSpPr>
        <dsp:cNvPr id="0" name=""/>
        <dsp:cNvSpPr/>
      </dsp:nvSpPr>
      <dsp:spPr>
        <a:xfrm>
          <a:off x="1283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GML Visual</a:t>
          </a:r>
        </a:p>
      </dsp:txBody>
      <dsp:txXfrm>
        <a:off x="1283" y="4373961"/>
        <a:ext cx="1501861" cy="304142"/>
      </dsp:txXfrm>
    </dsp:sp>
    <dsp:sp modelId="{7D2BFCCB-DF40-4756-A84B-C462B7466EDC}">
      <dsp:nvSpPr>
        <dsp:cNvPr id="0" name=""/>
        <dsp:cNvSpPr/>
      </dsp:nvSpPr>
      <dsp:spPr>
        <a:xfrm>
          <a:off x="1503145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1026589"/>
            <a:satOff val="-5111"/>
            <a:lumOff val="-48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26589"/>
              <a:satOff val="-5111"/>
              <a:lumOff val="-4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Edición de sprites</a:t>
          </a:r>
        </a:p>
      </dsp:txBody>
      <dsp:txXfrm>
        <a:off x="1503145" y="4373961"/>
        <a:ext cx="1501861" cy="304142"/>
      </dsp:txXfrm>
    </dsp:sp>
    <dsp:sp modelId="{C8B31222-FE89-437C-87AF-A1019AC184AA}">
      <dsp:nvSpPr>
        <dsp:cNvPr id="0" name=""/>
        <dsp:cNvSpPr/>
      </dsp:nvSpPr>
      <dsp:spPr>
        <a:xfrm>
          <a:off x="3005007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2053179"/>
            <a:satOff val="-10223"/>
            <a:lumOff val="-97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2053179"/>
              <a:satOff val="-10223"/>
              <a:lumOff val="-9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Hojas de sprites</a:t>
          </a:r>
        </a:p>
      </dsp:txBody>
      <dsp:txXfrm>
        <a:off x="3005007" y="4373961"/>
        <a:ext cx="1501861" cy="304142"/>
      </dsp:txXfrm>
    </dsp:sp>
    <dsp:sp modelId="{C310847A-4C3E-4F3D-8BB5-DB04ED3431AB}">
      <dsp:nvSpPr>
        <dsp:cNvPr id="0" name=""/>
        <dsp:cNvSpPr/>
      </dsp:nvSpPr>
      <dsp:spPr>
        <a:xfrm>
          <a:off x="4506869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Animación por fotogramas</a:t>
          </a:r>
        </a:p>
      </dsp:txBody>
      <dsp:txXfrm>
        <a:off x="4506869" y="4373961"/>
        <a:ext cx="1501861" cy="304142"/>
      </dsp:txXfrm>
    </dsp:sp>
    <dsp:sp modelId="{D069A730-C628-40FA-9C92-311364227CEC}">
      <dsp:nvSpPr>
        <dsp:cNvPr id="0" name=""/>
        <dsp:cNvSpPr/>
      </dsp:nvSpPr>
      <dsp:spPr>
        <a:xfrm>
          <a:off x="6008730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4106357"/>
            <a:satOff val="-20446"/>
            <a:lumOff val="-194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4106357"/>
              <a:satOff val="-20446"/>
              <a:lumOff val="-194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Room Editor</a:t>
          </a:r>
        </a:p>
      </dsp:txBody>
      <dsp:txXfrm>
        <a:off x="6008730" y="4373961"/>
        <a:ext cx="1501861" cy="304142"/>
      </dsp:txXfrm>
    </dsp:sp>
    <dsp:sp modelId="{33995FC2-3D86-4EAF-A1AC-8CA8B6344FB9}">
      <dsp:nvSpPr>
        <dsp:cNvPr id="0" name=""/>
        <dsp:cNvSpPr/>
      </dsp:nvSpPr>
      <dsp:spPr>
        <a:xfrm>
          <a:off x="7510592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5132946"/>
            <a:satOff val="-25557"/>
            <a:lumOff val="-24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132946"/>
              <a:satOff val="-25557"/>
              <a:lumOff val="-24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Sequence Editor</a:t>
          </a:r>
        </a:p>
      </dsp:txBody>
      <dsp:txXfrm>
        <a:off x="7510592" y="4373961"/>
        <a:ext cx="1501861" cy="304142"/>
      </dsp:txXfrm>
    </dsp:sp>
    <dsp:sp modelId="{A7EB9376-4B0A-416E-8505-BF5303527F67}">
      <dsp:nvSpPr>
        <dsp:cNvPr id="0" name=""/>
        <dsp:cNvSpPr/>
      </dsp:nvSpPr>
      <dsp:spPr>
        <a:xfrm>
          <a:off x="9012454" y="4373961"/>
          <a:ext cx="1501861" cy="304142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Marketplace</a:t>
          </a:r>
        </a:p>
      </dsp:txBody>
      <dsp:txXfrm>
        <a:off x="9012454" y="4373961"/>
        <a:ext cx="1501861" cy="304142"/>
      </dsp:txXfrm>
    </dsp:sp>
    <dsp:sp modelId="{92E1A297-B804-4F6B-BF87-2D2309CED249}">
      <dsp:nvSpPr>
        <dsp:cNvPr id="0" name=""/>
        <dsp:cNvSpPr/>
      </dsp:nvSpPr>
      <dsp:spPr>
        <a:xfrm rot="10800000">
          <a:off x="0" y="3023171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1649984"/>
                <a:satOff val="-7300"/>
                <a:lumOff val="-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649984"/>
                <a:satOff val="-7300"/>
                <a:lumOff val="-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649984"/>
                <a:satOff val="-7300"/>
                <a:lumOff val="-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Objects, Rooms, GML, GML Visual, 2D. Motor muy ligero.</a:t>
          </a:r>
        </a:p>
      </dsp:txBody>
      <dsp:txXfrm rot="10800000">
        <a:off x="0" y="3023171"/>
        <a:ext cx="10515600" cy="660747"/>
      </dsp:txXfrm>
    </dsp:sp>
    <dsp:sp modelId="{ED1E5FAB-42DE-4CF5-91C0-5DA007661D2B}">
      <dsp:nvSpPr>
        <dsp:cNvPr id="0" name=""/>
        <dsp:cNvSpPr/>
      </dsp:nvSpPr>
      <dsp:spPr>
        <a:xfrm rot="10800000">
          <a:off x="0" y="2016195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Buena comunidad.</a:t>
          </a:r>
        </a:p>
      </dsp:txBody>
      <dsp:txXfrm rot="10800000">
        <a:off x="0" y="2016195"/>
        <a:ext cx="10515600" cy="660747"/>
      </dsp:txXfrm>
    </dsp:sp>
    <dsp:sp modelId="{50FD35DB-5FB5-4B7C-9726-B20926603334}">
      <dsp:nvSpPr>
        <dsp:cNvPr id="0" name=""/>
        <dsp:cNvSpPr/>
      </dsp:nvSpPr>
      <dsp:spPr>
        <a:xfrm rot="10800000">
          <a:off x="0" y="1009219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4949952"/>
                <a:satOff val="-21901"/>
                <a:lumOff val="-36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49952"/>
                <a:satOff val="-21901"/>
                <a:lumOff val="-36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49952"/>
                <a:satOff val="-21901"/>
                <a:lumOff val="-36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Buena documentación.</a:t>
          </a:r>
        </a:p>
      </dsp:txBody>
      <dsp:txXfrm rot="10800000">
        <a:off x="0" y="1009219"/>
        <a:ext cx="10515600" cy="660747"/>
      </dsp:txXfrm>
    </dsp:sp>
    <dsp:sp modelId="{651D4386-2D71-4050-9696-F315E8BE374A}">
      <dsp:nvSpPr>
        <dsp:cNvPr id="0" name=""/>
        <dsp:cNvSpPr/>
      </dsp:nvSpPr>
      <dsp:spPr>
        <a:xfrm rot="10800000">
          <a:off x="0" y="2243"/>
          <a:ext cx="10515600" cy="1016893"/>
        </a:xfrm>
        <a:prstGeom prst="upArrowCallout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1"/>
            <a:t>Sencillo y rápido, optimizado para 2D.</a:t>
          </a:r>
        </a:p>
      </dsp:txBody>
      <dsp:txXfrm rot="10800000">
        <a:off x="0" y="2243"/>
        <a:ext cx="10515600" cy="6607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C10E9-ED64-4605-B32B-40CB098B08FD}">
      <dsp:nvSpPr>
        <dsp:cNvPr id="0" name=""/>
        <dsp:cNvSpPr/>
      </dsp:nvSpPr>
      <dsp:spPr>
        <a:xfrm>
          <a:off x="1802557" y="69"/>
          <a:ext cx="1377625" cy="6888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1"/>
            <a:t>Tipo de juego</a:t>
          </a:r>
        </a:p>
      </dsp:txBody>
      <dsp:txXfrm>
        <a:off x="1822732" y="20244"/>
        <a:ext cx="1337275" cy="648462"/>
      </dsp:txXfrm>
    </dsp:sp>
    <dsp:sp modelId="{CDC32A5C-F9C8-45F4-8A4B-C989DC2E4909}">
      <dsp:nvSpPr>
        <dsp:cNvPr id="0" name=""/>
        <dsp:cNvSpPr/>
      </dsp:nvSpPr>
      <dsp:spPr>
        <a:xfrm>
          <a:off x="1940320" y="688882"/>
          <a:ext cx="137762" cy="516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609"/>
              </a:lnTo>
              <a:lnTo>
                <a:pt x="137762" y="51660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0A29A3-3D5C-4991-839A-ABB11D5FA9F9}">
      <dsp:nvSpPr>
        <dsp:cNvPr id="0" name=""/>
        <dsp:cNvSpPr/>
      </dsp:nvSpPr>
      <dsp:spPr>
        <a:xfrm>
          <a:off x="2078082" y="861085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Shooter 2D top-down</a:t>
          </a:r>
        </a:p>
      </dsp:txBody>
      <dsp:txXfrm>
        <a:off x="2098257" y="881260"/>
        <a:ext cx="1061750" cy="648462"/>
      </dsp:txXfrm>
    </dsp:sp>
    <dsp:sp modelId="{84A96E4F-0C21-47CE-BDB3-A634510DE6B8}">
      <dsp:nvSpPr>
        <dsp:cNvPr id="0" name=""/>
        <dsp:cNvSpPr/>
      </dsp:nvSpPr>
      <dsp:spPr>
        <a:xfrm>
          <a:off x="1940320" y="688882"/>
          <a:ext cx="137762" cy="1377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7625"/>
              </a:lnTo>
              <a:lnTo>
                <a:pt x="137762" y="13776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673D54-92C4-41B0-8542-77666D733838}">
      <dsp:nvSpPr>
        <dsp:cNvPr id="0" name=""/>
        <dsp:cNvSpPr/>
      </dsp:nvSpPr>
      <dsp:spPr>
        <a:xfrm>
          <a:off x="2078082" y="1722100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49995"/>
              <a:satOff val="-2433"/>
              <a:lumOff val="-4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Inspirado estéticamente en Asteroids</a:t>
          </a:r>
        </a:p>
      </dsp:txBody>
      <dsp:txXfrm>
        <a:off x="2098257" y="1742275"/>
        <a:ext cx="1061750" cy="648462"/>
      </dsp:txXfrm>
    </dsp:sp>
    <dsp:sp modelId="{F2261377-5FD0-41FD-AA7B-604EFB44EBF3}">
      <dsp:nvSpPr>
        <dsp:cNvPr id="0" name=""/>
        <dsp:cNvSpPr/>
      </dsp:nvSpPr>
      <dsp:spPr>
        <a:xfrm>
          <a:off x="3524589" y="69"/>
          <a:ext cx="1377625" cy="6888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1"/>
            <a:t>Mecánicas</a:t>
          </a:r>
        </a:p>
      </dsp:txBody>
      <dsp:txXfrm>
        <a:off x="3544764" y="20244"/>
        <a:ext cx="1337275" cy="648462"/>
      </dsp:txXfrm>
    </dsp:sp>
    <dsp:sp modelId="{A5829D46-AB05-427D-BB95-56B4E9163C1E}">
      <dsp:nvSpPr>
        <dsp:cNvPr id="0" name=""/>
        <dsp:cNvSpPr/>
      </dsp:nvSpPr>
      <dsp:spPr>
        <a:xfrm>
          <a:off x="3662351" y="688882"/>
          <a:ext cx="137762" cy="516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609"/>
              </a:lnTo>
              <a:lnTo>
                <a:pt x="137762" y="51660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711D8E-EEEF-4990-BA7B-AC8E3707CDC3}">
      <dsp:nvSpPr>
        <dsp:cNvPr id="0" name=""/>
        <dsp:cNvSpPr/>
      </dsp:nvSpPr>
      <dsp:spPr>
        <a:xfrm>
          <a:off x="3800114" y="861085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99990"/>
              <a:satOff val="-4867"/>
              <a:lumOff val="-81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Jugador controla nave</a:t>
          </a:r>
        </a:p>
      </dsp:txBody>
      <dsp:txXfrm>
        <a:off x="3820289" y="881260"/>
        <a:ext cx="1061750" cy="648462"/>
      </dsp:txXfrm>
    </dsp:sp>
    <dsp:sp modelId="{E849A416-B4BE-4987-AA0A-8F3592BF4598}">
      <dsp:nvSpPr>
        <dsp:cNvPr id="0" name=""/>
        <dsp:cNvSpPr/>
      </dsp:nvSpPr>
      <dsp:spPr>
        <a:xfrm>
          <a:off x="3662351" y="688882"/>
          <a:ext cx="137762" cy="1377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7625"/>
              </a:lnTo>
              <a:lnTo>
                <a:pt x="137762" y="13776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10C9F-1589-4922-8FED-B5960B6912EA}">
      <dsp:nvSpPr>
        <dsp:cNvPr id="0" name=""/>
        <dsp:cNvSpPr/>
      </dsp:nvSpPr>
      <dsp:spPr>
        <a:xfrm>
          <a:off x="3800114" y="1722100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649984"/>
              <a:satOff val="-7300"/>
              <a:lumOff val="-12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WASD para moverse</a:t>
          </a:r>
        </a:p>
      </dsp:txBody>
      <dsp:txXfrm>
        <a:off x="3820289" y="1742275"/>
        <a:ext cx="1061750" cy="648462"/>
      </dsp:txXfrm>
    </dsp:sp>
    <dsp:sp modelId="{87FBEE61-35D1-41A8-86E5-9CECDF49CFD3}">
      <dsp:nvSpPr>
        <dsp:cNvPr id="0" name=""/>
        <dsp:cNvSpPr/>
      </dsp:nvSpPr>
      <dsp:spPr>
        <a:xfrm>
          <a:off x="3662351" y="688882"/>
          <a:ext cx="137762" cy="2238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8640"/>
              </a:lnTo>
              <a:lnTo>
                <a:pt x="137762" y="223864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E09CD9-0F4A-42A8-BB2D-D7B813CE6B82}">
      <dsp:nvSpPr>
        <dsp:cNvPr id="0" name=""/>
        <dsp:cNvSpPr/>
      </dsp:nvSpPr>
      <dsp:spPr>
        <a:xfrm>
          <a:off x="3800114" y="2583116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199979"/>
              <a:satOff val="-9734"/>
              <a:lumOff val="-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Click izquierdo disparar</a:t>
          </a:r>
        </a:p>
      </dsp:txBody>
      <dsp:txXfrm>
        <a:off x="3820289" y="2603291"/>
        <a:ext cx="1061750" cy="648462"/>
      </dsp:txXfrm>
    </dsp:sp>
    <dsp:sp modelId="{8F3E934E-B512-4129-B73A-55EFAD98CCDF}">
      <dsp:nvSpPr>
        <dsp:cNvPr id="0" name=""/>
        <dsp:cNvSpPr/>
      </dsp:nvSpPr>
      <dsp:spPr>
        <a:xfrm>
          <a:off x="3662351" y="688882"/>
          <a:ext cx="137762" cy="3099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9656"/>
              </a:lnTo>
              <a:lnTo>
                <a:pt x="137762" y="309965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B23364-AA41-4DFB-BB8E-664EC4F3A580}">
      <dsp:nvSpPr>
        <dsp:cNvPr id="0" name=""/>
        <dsp:cNvSpPr/>
      </dsp:nvSpPr>
      <dsp:spPr>
        <a:xfrm>
          <a:off x="3800114" y="3444132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749974"/>
              <a:satOff val="-12167"/>
              <a:lumOff val="-20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P para pausar</a:t>
          </a:r>
        </a:p>
      </dsp:txBody>
      <dsp:txXfrm>
        <a:off x="3820289" y="3464307"/>
        <a:ext cx="1061750" cy="648462"/>
      </dsp:txXfrm>
    </dsp:sp>
    <dsp:sp modelId="{753E472B-423E-4FCA-9B0C-9C0DF020722D}">
      <dsp:nvSpPr>
        <dsp:cNvPr id="0" name=""/>
        <dsp:cNvSpPr/>
      </dsp:nvSpPr>
      <dsp:spPr>
        <a:xfrm>
          <a:off x="3662351" y="688882"/>
          <a:ext cx="137762" cy="39606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0672"/>
              </a:lnTo>
              <a:lnTo>
                <a:pt x="137762" y="39606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615FE-66EA-49BE-85D4-7C14D8E43358}">
      <dsp:nvSpPr>
        <dsp:cNvPr id="0" name=""/>
        <dsp:cNvSpPr/>
      </dsp:nvSpPr>
      <dsp:spPr>
        <a:xfrm>
          <a:off x="3800114" y="4305147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Power-ups</a:t>
          </a:r>
        </a:p>
      </dsp:txBody>
      <dsp:txXfrm>
        <a:off x="3820289" y="4325322"/>
        <a:ext cx="1061750" cy="648462"/>
      </dsp:txXfrm>
    </dsp:sp>
    <dsp:sp modelId="{CF599ED5-5070-4007-BF50-773DFDE2FF1F}">
      <dsp:nvSpPr>
        <dsp:cNvPr id="0" name=""/>
        <dsp:cNvSpPr/>
      </dsp:nvSpPr>
      <dsp:spPr>
        <a:xfrm>
          <a:off x="5246620" y="69"/>
          <a:ext cx="1377625" cy="6888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1"/>
            <a:t>Loop del juego</a:t>
          </a:r>
        </a:p>
      </dsp:txBody>
      <dsp:txXfrm>
        <a:off x="5266795" y="20244"/>
        <a:ext cx="1337275" cy="648462"/>
      </dsp:txXfrm>
    </dsp:sp>
    <dsp:sp modelId="{31851E23-E125-4B40-8288-859D43A7BD75}">
      <dsp:nvSpPr>
        <dsp:cNvPr id="0" name=""/>
        <dsp:cNvSpPr/>
      </dsp:nvSpPr>
      <dsp:spPr>
        <a:xfrm>
          <a:off x="5384383" y="688882"/>
          <a:ext cx="137762" cy="516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609"/>
              </a:lnTo>
              <a:lnTo>
                <a:pt x="137762" y="51660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2DCF5-86B3-48A2-8C0E-D0180D258485}">
      <dsp:nvSpPr>
        <dsp:cNvPr id="0" name=""/>
        <dsp:cNvSpPr/>
      </dsp:nvSpPr>
      <dsp:spPr>
        <a:xfrm>
          <a:off x="5522145" y="861085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849963"/>
              <a:satOff val="-17034"/>
              <a:lumOff val="-286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Enemigos aparecen en oleadas cada vez más frecuentes</a:t>
          </a:r>
        </a:p>
      </dsp:txBody>
      <dsp:txXfrm>
        <a:off x="5542320" y="881260"/>
        <a:ext cx="1061750" cy="648462"/>
      </dsp:txXfrm>
    </dsp:sp>
    <dsp:sp modelId="{FB913800-7C31-4568-BE42-3822D192DE5A}">
      <dsp:nvSpPr>
        <dsp:cNvPr id="0" name=""/>
        <dsp:cNvSpPr/>
      </dsp:nvSpPr>
      <dsp:spPr>
        <a:xfrm>
          <a:off x="5384383" y="688882"/>
          <a:ext cx="137762" cy="1377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7625"/>
              </a:lnTo>
              <a:lnTo>
                <a:pt x="137762" y="13776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178F6-670F-4801-B01B-C30BABAA4D5E}">
      <dsp:nvSpPr>
        <dsp:cNvPr id="0" name=""/>
        <dsp:cNvSpPr/>
      </dsp:nvSpPr>
      <dsp:spPr>
        <a:xfrm>
          <a:off x="5522145" y="1722100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399958"/>
              <a:satOff val="-19468"/>
              <a:lumOff val="-32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Sobrevivir lo máximo posible adquiriendo la máxima puntuación</a:t>
          </a:r>
        </a:p>
      </dsp:txBody>
      <dsp:txXfrm>
        <a:off x="5542320" y="1742275"/>
        <a:ext cx="1061750" cy="648462"/>
      </dsp:txXfrm>
    </dsp:sp>
    <dsp:sp modelId="{05DA281C-7D93-4B5A-AFF8-FEA19F2D8525}">
      <dsp:nvSpPr>
        <dsp:cNvPr id="0" name=""/>
        <dsp:cNvSpPr/>
      </dsp:nvSpPr>
      <dsp:spPr>
        <a:xfrm>
          <a:off x="5384383" y="688882"/>
          <a:ext cx="137762" cy="2238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8640"/>
              </a:lnTo>
              <a:lnTo>
                <a:pt x="137762" y="223864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D9A8A4-BEE5-4643-8AE3-A763CE457408}">
      <dsp:nvSpPr>
        <dsp:cNvPr id="0" name=""/>
        <dsp:cNvSpPr/>
      </dsp:nvSpPr>
      <dsp:spPr>
        <a:xfrm>
          <a:off x="5522145" y="2583116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49952"/>
              <a:satOff val="-21901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Estadísticas se muestran en la pantalla de Game Over</a:t>
          </a:r>
        </a:p>
      </dsp:txBody>
      <dsp:txXfrm>
        <a:off x="5542320" y="2603291"/>
        <a:ext cx="1061750" cy="648462"/>
      </dsp:txXfrm>
    </dsp:sp>
    <dsp:sp modelId="{9703DF41-1890-4685-B6C6-78CE494B6512}">
      <dsp:nvSpPr>
        <dsp:cNvPr id="0" name=""/>
        <dsp:cNvSpPr/>
      </dsp:nvSpPr>
      <dsp:spPr>
        <a:xfrm>
          <a:off x="6968651" y="69"/>
          <a:ext cx="1377625" cy="6888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1"/>
            <a:t>Assets usados</a:t>
          </a:r>
        </a:p>
      </dsp:txBody>
      <dsp:txXfrm>
        <a:off x="6988826" y="20244"/>
        <a:ext cx="1337275" cy="648462"/>
      </dsp:txXfrm>
    </dsp:sp>
    <dsp:sp modelId="{31586544-A923-4EE5-BA5D-C1FAE59545E0}">
      <dsp:nvSpPr>
        <dsp:cNvPr id="0" name=""/>
        <dsp:cNvSpPr/>
      </dsp:nvSpPr>
      <dsp:spPr>
        <a:xfrm>
          <a:off x="7106414" y="688882"/>
          <a:ext cx="137762" cy="516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609"/>
              </a:lnTo>
              <a:lnTo>
                <a:pt x="137762" y="51660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D5F650-C2DC-4D4A-A0A4-B8ABE9F5DFFE}">
      <dsp:nvSpPr>
        <dsp:cNvPr id="0" name=""/>
        <dsp:cNvSpPr/>
      </dsp:nvSpPr>
      <dsp:spPr>
        <a:xfrm>
          <a:off x="7244176" y="861085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499947"/>
              <a:satOff val="-24335"/>
              <a:lumOff val="-408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Asset pack Space Shooter Redux de Kenney</a:t>
          </a:r>
        </a:p>
      </dsp:txBody>
      <dsp:txXfrm>
        <a:off x="7264351" y="881260"/>
        <a:ext cx="1061750" cy="648462"/>
      </dsp:txXfrm>
    </dsp:sp>
    <dsp:sp modelId="{0506875E-AE0E-4334-8EAA-20A92A9295C7}">
      <dsp:nvSpPr>
        <dsp:cNvPr id="0" name=""/>
        <dsp:cNvSpPr/>
      </dsp:nvSpPr>
      <dsp:spPr>
        <a:xfrm>
          <a:off x="7106414" y="688882"/>
          <a:ext cx="137762" cy="1377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7625"/>
              </a:lnTo>
              <a:lnTo>
                <a:pt x="137762" y="13776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55F9D1-FE01-4627-B445-E198D1258147}">
      <dsp:nvSpPr>
        <dsp:cNvPr id="0" name=""/>
        <dsp:cNvSpPr/>
      </dsp:nvSpPr>
      <dsp:spPr>
        <a:xfrm>
          <a:off x="7244176" y="1722100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049942"/>
              <a:satOff val="-26768"/>
              <a:lumOff val="-449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Fuente Alien Invader de DaFont</a:t>
          </a:r>
        </a:p>
      </dsp:txBody>
      <dsp:txXfrm>
        <a:off x="7264351" y="1742275"/>
        <a:ext cx="1061750" cy="648462"/>
      </dsp:txXfrm>
    </dsp:sp>
    <dsp:sp modelId="{E09828C9-59CD-41DD-ABE8-E7C21B4B51DE}">
      <dsp:nvSpPr>
        <dsp:cNvPr id="0" name=""/>
        <dsp:cNvSpPr/>
      </dsp:nvSpPr>
      <dsp:spPr>
        <a:xfrm>
          <a:off x="7106414" y="688882"/>
          <a:ext cx="137762" cy="2238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8640"/>
              </a:lnTo>
              <a:lnTo>
                <a:pt x="137762" y="223864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B3D728-6D44-495B-8A88-1E6A48E5B143}">
      <dsp:nvSpPr>
        <dsp:cNvPr id="0" name=""/>
        <dsp:cNvSpPr/>
      </dsp:nvSpPr>
      <dsp:spPr>
        <a:xfrm>
          <a:off x="7244176" y="2583116"/>
          <a:ext cx="1102100" cy="6888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1"/>
            <a:t>Música sacada de OpenGameArt</a:t>
          </a:r>
        </a:p>
      </dsp:txBody>
      <dsp:txXfrm>
        <a:off x="7264351" y="2603291"/>
        <a:ext cx="1061750" cy="6484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DFBEE-1A1B-488A-87BA-7BF3BAC56E84}">
      <dsp:nvSpPr>
        <dsp:cNvPr id="0" name=""/>
        <dsp:cNvSpPr/>
      </dsp:nvSpPr>
      <dsp:spPr>
        <a:xfrm>
          <a:off x="0" y="1286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Arquitectura del motor. </a:t>
          </a:r>
        </a:p>
      </dsp:txBody>
      <dsp:txXfrm>
        <a:off x="32384" y="45250"/>
        <a:ext cx="10035607" cy="598621"/>
      </dsp:txXfrm>
    </dsp:sp>
    <dsp:sp modelId="{84521676-62E2-4587-BE62-FEFA69C1BF45}">
      <dsp:nvSpPr>
        <dsp:cNvPr id="0" name=""/>
        <dsp:cNvSpPr/>
      </dsp:nvSpPr>
      <dsp:spPr>
        <a:xfrm>
          <a:off x="0" y="75401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1099990"/>
                <a:satOff val="-4867"/>
                <a:lumOff val="-8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99990"/>
                <a:satOff val="-4867"/>
                <a:lumOff val="-8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99990"/>
                <a:satOff val="-4867"/>
                <a:lumOff val="-8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Sistema de scripting. </a:t>
          </a:r>
        </a:p>
      </dsp:txBody>
      <dsp:txXfrm>
        <a:off x="32384" y="786400"/>
        <a:ext cx="10035607" cy="598621"/>
      </dsp:txXfrm>
    </dsp:sp>
    <dsp:sp modelId="{16E38DF1-71E3-4375-B6BE-3D251E89A0FA}">
      <dsp:nvSpPr>
        <dsp:cNvPr id="0" name=""/>
        <dsp:cNvSpPr/>
      </dsp:nvSpPr>
      <dsp:spPr>
        <a:xfrm>
          <a:off x="0" y="149516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Gestión de escenas y objetos. </a:t>
          </a:r>
        </a:p>
      </dsp:txBody>
      <dsp:txXfrm>
        <a:off x="32384" y="1527550"/>
        <a:ext cx="10035607" cy="598621"/>
      </dsp:txXfrm>
    </dsp:sp>
    <dsp:sp modelId="{0D2C1B16-FB99-4BC3-9DEB-E43D31E5807F}">
      <dsp:nvSpPr>
        <dsp:cNvPr id="0" name=""/>
        <dsp:cNvSpPr/>
      </dsp:nvSpPr>
      <dsp:spPr>
        <a:xfrm>
          <a:off x="0" y="223631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Sistema de físicas 2D. </a:t>
          </a:r>
        </a:p>
      </dsp:txBody>
      <dsp:txXfrm>
        <a:off x="32384" y="2268700"/>
        <a:ext cx="10035607" cy="598621"/>
      </dsp:txXfrm>
    </dsp:sp>
    <dsp:sp modelId="{D84C8700-A750-42C4-B835-B0B79B9143D2}">
      <dsp:nvSpPr>
        <dsp:cNvPr id="0" name=""/>
        <dsp:cNvSpPr/>
      </dsp:nvSpPr>
      <dsp:spPr>
        <a:xfrm>
          <a:off x="0" y="297746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Soporte de shaders. </a:t>
          </a:r>
        </a:p>
      </dsp:txBody>
      <dsp:txXfrm>
        <a:off x="32384" y="3009850"/>
        <a:ext cx="10035607" cy="598621"/>
      </dsp:txXfrm>
    </dsp:sp>
    <dsp:sp modelId="{439536E2-4C9F-4EA8-A4F5-3E4907EE0A00}">
      <dsp:nvSpPr>
        <dsp:cNvPr id="0" name=""/>
        <dsp:cNvSpPr/>
      </dsp:nvSpPr>
      <dsp:spPr>
        <a:xfrm>
          <a:off x="0" y="371861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5499947"/>
                <a:satOff val="-24335"/>
                <a:lumOff val="-408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499947"/>
                <a:satOff val="-24335"/>
                <a:lumOff val="-408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499947"/>
                <a:satOff val="-24335"/>
                <a:lumOff val="-408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Flujo de trabajo y productividad. </a:t>
          </a:r>
        </a:p>
      </dsp:txBody>
      <dsp:txXfrm>
        <a:off x="32384" y="3751000"/>
        <a:ext cx="10035607" cy="598621"/>
      </dsp:txXfrm>
    </dsp:sp>
    <dsp:sp modelId="{4ED93377-82F6-4748-9A1B-A8A8D7951C41}">
      <dsp:nvSpPr>
        <dsp:cNvPr id="0" name=""/>
        <dsp:cNvSpPr/>
      </dsp:nvSpPr>
      <dsp:spPr>
        <a:xfrm>
          <a:off x="0" y="4459766"/>
          <a:ext cx="10100375" cy="663389"/>
        </a:xfrm>
        <a:prstGeom prst="roundRect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noProof="1"/>
            <a:t>Rendimiento y exportación.</a:t>
          </a:r>
        </a:p>
      </dsp:txBody>
      <dsp:txXfrm>
        <a:off x="32384" y="4492150"/>
        <a:ext cx="10035607" cy="5986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1DB6C-C6C9-48E2-8AF8-99FA7F31E6C4}">
      <dsp:nvSpPr>
        <dsp:cNvPr id="0" name=""/>
        <dsp:cNvSpPr/>
      </dsp:nvSpPr>
      <dsp:spPr>
        <a:xfrm>
          <a:off x="1125824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/>
            <a:t>Unity</a:t>
          </a:r>
        </a:p>
      </dsp:txBody>
      <dsp:txXfrm>
        <a:off x="1150171" y="27513"/>
        <a:ext cx="1613871" cy="782588"/>
      </dsp:txXfrm>
    </dsp:sp>
    <dsp:sp modelId="{7064143C-A836-4513-B168-2CBDF4F1DAD5}">
      <dsp:nvSpPr>
        <dsp:cNvPr id="0" name=""/>
        <dsp:cNvSpPr/>
      </dsp:nvSpPr>
      <dsp:spPr>
        <a:xfrm>
          <a:off x="1292080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C0A1D-5183-4135-90DF-EE12369D6E7A}">
      <dsp:nvSpPr>
        <dsp:cNvPr id="0" name=""/>
        <dsp:cNvSpPr/>
      </dsp:nvSpPr>
      <dsp:spPr>
        <a:xfrm>
          <a:off x="1458337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GameObject + Component</a:t>
          </a:r>
        </a:p>
      </dsp:txBody>
      <dsp:txXfrm>
        <a:off x="1482684" y="1066617"/>
        <a:ext cx="1281358" cy="782588"/>
      </dsp:txXfrm>
    </dsp:sp>
    <dsp:sp modelId="{75D3EB81-F357-445F-98FC-4A455BF44FE0}">
      <dsp:nvSpPr>
        <dsp:cNvPr id="0" name=""/>
        <dsp:cNvSpPr/>
      </dsp:nvSpPr>
      <dsp:spPr>
        <a:xfrm>
          <a:off x="3204031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/>
            <a:t>Godot</a:t>
          </a:r>
        </a:p>
      </dsp:txBody>
      <dsp:txXfrm>
        <a:off x="3228378" y="27513"/>
        <a:ext cx="1613871" cy="782588"/>
      </dsp:txXfrm>
    </dsp:sp>
    <dsp:sp modelId="{CAFBB3D6-2FEC-44FB-B52E-7236A5AC0425}">
      <dsp:nvSpPr>
        <dsp:cNvPr id="0" name=""/>
        <dsp:cNvSpPr/>
      </dsp:nvSpPr>
      <dsp:spPr>
        <a:xfrm>
          <a:off x="3370287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19AE-5AB2-4FB8-8910-67BA8EAC409E}">
      <dsp:nvSpPr>
        <dsp:cNvPr id="0" name=""/>
        <dsp:cNvSpPr/>
      </dsp:nvSpPr>
      <dsp:spPr>
        <a:xfrm>
          <a:off x="3536544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99990"/>
              <a:satOff val="-4867"/>
              <a:lumOff val="-81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Node + Scene</a:t>
          </a:r>
        </a:p>
      </dsp:txBody>
      <dsp:txXfrm>
        <a:off x="3560891" y="1066617"/>
        <a:ext cx="1281358" cy="782588"/>
      </dsp:txXfrm>
    </dsp:sp>
    <dsp:sp modelId="{67258E77-C380-4B5D-848F-A3FC3F147557}">
      <dsp:nvSpPr>
        <dsp:cNvPr id="0" name=""/>
        <dsp:cNvSpPr/>
      </dsp:nvSpPr>
      <dsp:spPr>
        <a:xfrm>
          <a:off x="5282238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/>
            <a:t>GameMaker</a:t>
          </a:r>
        </a:p>
      </dsp:txBody>
      <dsp:txXfrm>
        <a:off x="5306585" y="27513"/>
        <a:ext cx="1613871" cy="782588"/>
      </dsp:txXfrm>
    </dsp:sp>
    <dsp:sp modelId="{759C3668-3315-4534-8A38-705C484ACF40}">
      <dsp:nvSpPr>
        <dsp:cNvPr id="0" name=""/>
        <dsp:cNvSpPr/>
      </dsp:nvSpPr>
      <dsp:spPr>
        <a:xfrm>
          <a:off x="5448494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12804-14A1-4EA7-BE3F-8F9A7B817320}">
      <dsp:nvSpPr>
        <dsp:cNvPr id="0" name=""/>
        <dsp:cNvSpPr/>
      </dsp:nvSpPr>
      <dsp:spPr>
        <a:xfrm>
          <a:off x="5614751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199979"/>
              <a:satOff val="-9734"/>
              <a:lumOff val="-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Object + Event</a:t>
          </a:r>
        </a:p>
      </dsp:txBody>
      <dsp:txXfrm>
        <a:off x="5639098" y="1066617"/>
        <a:ext cx="1281358" cy="782588"/>
      </dsp:txXfrm>
    </dsp:sp>
    <dsp:sp modelId="{65FAF60E-87FE-4AB6-9F17-D6CBAA271A63}">
      <dsp:nvSpPr>
        <dsp:cNvPr id="0" name=""/>
        <dsp:cNvSpPr/>
      </dsp:nvSpPr>
      <dsp:spPr>
        <a:xfrm>
          <a:off x="7360445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/>
            <a:t>Comparación</a:t>
          </a:r>
        </a:p>
      </dsp:txBody>
      <dsp:txXfrm>
        <a:off x="7384792" y="27513"/>
        <a:ext cx="1613871" cy="782588"/>
      </dsp:txXfrm>
    </dsp:sp>
    <dsp:sp modelId="{32AD5508-F974-42A9-8F3B-25E4E44278C2}">
      <dsp:nvSpPr>
        <dsp:cNvPr id="0" name=""/>
        <dsp:cNvSpPr/>
      </dsp:nvSpPr>
      <dsp:spPr>
        <a:xfrm>
          <a:off x="7526701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09792E-8882-44D2-9837-CBC0DA6341DB}">
      <dsp:nvSpPr>
        <dsp:cNvPr id="0" name=""/>
        <dsp:cNvSpPr/>
      </dsp:nvSpPr>
      <dsp:spPr>
        <a:xfrm>
          <a:off x="7692958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Unity y Godot permiten arquitecturas modulares y reutilizables.</a:t>
          </a:r>
        </a:p>
      </dsp:txBody>
      <dsp:txXfrm>
        <a:off x="7717305" y="1066617"/>
        <a:ext cx="1281358" cy="782588"/>
      </dsp:txXfrm>
    </dsp:sp>
    <dsp:sp modelId="{E217AD36-780D-471D-9AF5-8A716199CB48}">
      <dsp:nvSpPr>
        <dsp:cNvPr id="0" name=""/>
        <dsp:cNvSpPr/>
      </dsp:nvSpPr>
      <dsp:spPr>
        <a:xfrm>
          <a:off x="7526701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3F5AA7-4AB4-4929-A2F5-FD19CEAEDECA}">
      <dsp:nvSpPr>
        <dsp:cNvPr id="0" name=""/>
        <dsp:cNvSpPr/>
      </dsp:nvSpPr>
      <dsp:spPr>
        <a:xfrm>
          <a:off x="7692958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399958"/>
              <a:satOff val="-19468"/>
              <a:lumOff val="-32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Unity centra la composición en componentes.</a:t>
          </a:r>
        </a:p>
      </dsp:txBody>
      <dsp:txXfrm>
        <a:off x="7717305" y="2105720"/>
        <a:ext cx="1281358" cy="782588"/>
      </dsp:txXfrm>
    </dsp:sp>
    <dsp:sp modelId="{5E7BD4A0-DDCA-4F10-B05B-970F689DC0F2}">
      <dsp:nvSpPr>
        <dsp:cNvPr id="0" name=""/>
        <dsp:cNvSpPr/>
      </dsp:nvSpPr>
      <dsp:spPr>
        <a:xfrm>
          <a:off x="7526701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372D4A-D283-4105-94D0-3303EB34FE5D}">
      <dsp:nvSpPr>
        <dsp:cNvPr id="0" name=""/>
        <dsp:cNvSpPr/>
      </dsp:nvSpPr>
      <dsp:spPr>
        <a:xfrm>
          <a:off x="7692958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499947"/>
              <a:satOff val="-24335"/>
              <a:lumOff val="-408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Godot centra la composición en nodos y escenas reutilizables.</a:t>
          </a:r>
        </a:p>
      </dsp:txBody>
      <dsp:txXfrm>
        <a:off x="7717305" y="3144824"/>
        <a:ext cx="1281358" cy="782588"/>
      </dsp:txXfrm>
    </dsp:sp>
    <dsp:sp modelId="{2552EFF9-CE03-42AD-9CC1-1D9DA057B6D1}">
      <dsp:nvSpPr>
        <dsp:cNvPr id="0" name=""/>
        <dsp:cNvSpPr/>
      </dsp:nvSpPr>
      <dsp:spPr>
        <a:xfrm>
          <a:off x="7526701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B5010-5496-4A7A-856E-2897BA9F6B89}">
      <dsp:nvSpPr>
        <dsp:cNvPr id="0" name=""/>
        <dsp:cNvSpPr/>
      </dsp:nvSpPr>
      <dsp:spPr>
        <a:xfrm>
          <a:off x="7692958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GameMaker simplifica la estructura para acelerar el desarrollo.</a:t>
          </a:r>
        </a:p>
      </dsp:txBody>
      <dsp:txXfrm>
        <a:off x="7717305" y="4183927"/>
        <a:ext cx="1281358" cy="78258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1DB6C-C6C9-48E2-8AF8-99FA7F31E6C4}">
      <dsp:nvSpPr>
        <dsp:cNvPr id="0" name=""/>
        <dsp:cNvSpPr/>
      </dsp:nvSpPr>
      <dsp:spPr>
        <a:xfrm>
          <a:off x="1125824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Unity (C#)</a:t>
          </a:r>
        </a:p>
      </dsp:txBody>
      <dsp:txXfrm>
        <a:off x="1150171" y="27513"/>
        <a:ext cx="1613871" cy="782588"/>
      </dsp:txXfrm>
    </dsp:sp>
    <dsp:sp modelId="{7064143C-A836-4513-B168-2CBDF4F1DAD5}">
      <dsp:nvSpPr>
        <dsp:cNvPr id="0" name=""/>
        <dsp:cNvSpPr/>
      </dsp:nvSpPr>
      <dsp:spPr>
        <a:xfrm>
          <a:off x="1292080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C0A1D-5183-4135-90DF-EE12369D6E7A}">
      <dsp:nvSpPr>
        <dsp:cNvPr id="0" name=""/>
        <dsp:cNvSpPr/>
      </dsp:nvSpPr>
      <dsp:spPr>
        <a:xfrm>
          <a:off x="1458337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Lenguaje compilado y tipado fuerte.</a:t>
          </a:r>
        </a:p>
      </dsp:txBody>
      <dsp:txXfrm>
        <a:off x="1482684" y="1066617"/>
        <a:ext cx="1281358" cy="782588"/>
      </dsp:txXfrm>
    </dsp:sp>
    <dsp:sp modelId="{17B5645C-F828-49EC-9BCD-E7FD3F57DCA4}">
      <dsp:nvSpPr>
        <dsp:cNvPr id="0" name=""/>
        <dsp:cNvSpPr/>
      </dsp:nvSpPr>
      <dsp:spPr>
        <a:xfrm>
          <a:off x="1292080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337E0-11E6-47E1-B1C2-0A610F1B3167}">
      <dsp:nvSpPr>
        <dsp:cNvPr id="0" name=""/>
        <dsp:cNvSpPr/>
      </dsp:nvSpPr>
      <dsp:spPr>
        <a:xfrm>
          <a:off x="1458337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71424"/>
              <a:satOff val="-2086"/>
              <a:lumOff val="-3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Amplio conjunto de bibliotecas y herramientas de Desarrollo.</a:t>
          </a:r>
        </a:p>
      </dsp:txBody>
      <dsp:txXfrm>
        <a:off x="1482684" y="2105720"/>
        <a:ext cx="1281358" cy="782588"/>
      </dsp:txXfrm>
    </dsp:sp>
    <dsp:sp modelId="{74BE9DE8-20DB-4C9B-8CE3-11DC2801E1E4}">
      <dsp:nvSpPr>
        <dsp:cNvPr id="0" name=""/>
        <dsp:cNvSpPr/>
      </dsp:nvSpPr>
      <dsp:spPr>
        <a:xfrm>
          <a:off x="1292080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E00B6D-5821-4734-8AD5-0D2F503C7565}">
      <dsp:nvSpPr>
        <dsp:cNvPr id="0" name=""/>
        <dsp:cNvSpPr/>
      </dsp:nvSpPr>
      <dsp:spPr>
        <a:xfrm>
          <a:off x="1458337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42848"/>
              <a:satOff val="-4172"/>
              <a:lumOff val="-7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Mayor potencia y escalabilidad.</a:t>
          </a:r>
        </a:p>
      </dsp:txBody>
      <dsp:txXfrm>
        <a:off x="1482684" y="3144824"/>
        <a:ext cx="1281358" cy="782588"/>
      </dsp:txXfrm>
    </dsp:sp>
    <dsp:sp modelId="{40B1AFCC-64D2-4E41-8276-65A2F7B1D326}">
      <dsp:nvSpPr>
        <dsp:cNvPr id="0" name=""/>
        <dsp:cNvSpPr/>
      </dsp:nvSpPr>
      <dsp:spPr>
        <a:xfrm>
          <a:off x="1292080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E358C-C765-4313-AA65-E9E514955E52}">
      <dsp:nvSpPr>
        <dsp:cNvPr id="0" name=""/>
        <dsp:cNvSpPr/>
      </dsp:nvSpPr>
      <dsp:spPr>
        <a:xfrm>
          <a:off x="1458337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414272"/>
              <a:satOff val="-6258"/>
              <a:lumOff val="-10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Más adecuado para proyectos grandes.</a:t>
          </a:r>
        </a:p>
      </dsp:txBody>
      <dsp:txXfrm>
        <a:off x="1482684" y="4183927"/>
        <a:ext cx="1281358" cy="782588"/>
      </dsp:txXfrm>
    </dsp:sp>
    <dsp:sp modelId="{75D3EB81-F357-445F-98FC-4A455BF44FE0}">
      <dsp:nvSpPr>
        <dsp:cNvPr id="0" name=""/>
        <dsp:cNvSpPr/>
      </dsp:nvSpPr>
      <dsp:spPr>
        <a:xfrm>
          <a:off x="3204031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Godot (GDScript)</a:t>
          </a:r>
        </a:p>
      </dsp:txBody>
      <dsp:txXfrm>
        <a:off x="3228378" y="27513"/>
        <a:ext cx="1613871" cy="782588"/>
      </dsp:txXfrm>
    </dsp:sp>
    <dsp:sp modelId="{CAFBB3D6-2FEC-44FB-B52E-7236A5AC0425}">
      <dsp:nvSpPr>
        <dsp:cNvPr id="0" name=""/>
        <dsp:cNvSpPr/>
      </dsp:nvSpPr>
      <dsp:spPr>
        <a:xfrm>
          <a:off x="3370287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19AE-5AB2-4FB8-8910-67BA8EAC409E}">
      <dsp:nvSpPr>
        <dsp:cNvPr id="0" name=""/>
        <dsp:cNvSpPr/>
      </dsp:nvSpPr>
      <dsp:spPr>
        <a:xfrm>
          <a:off x="3536544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885696"/>
              <a:satOff val="-8343"/>
              <a:lumOff val="-1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Inspirado en Python.</a:t>
          </a:r>
        </a:p>
      </dsp:txBody>
      <dsp:txXfrm>
        <a:off x="3560891" y="1066617"/>
        <a:ext cx="1281358" cy="782588"/>
      </dsp:txXfrm>
    </dsp:sp>
    <dsp:sp modelId="{9A162A47-FEFE-4BD1-9EFB-A0B59D60C326}">
      <dsp:nvSpPr>
        <dsp:cNvPr id="0" name=""/>
        <dsp:cNvSpPr/>
      </dsp:nvSpPr>
      <dsp:spPr>
        <a:xfrm>
          <a:off x="3370287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851BD-3E77-48CE-95BA-9025C7F3B031}">
      <dsp:nvSpPr>
        <dsp:cNvPr id="0" name=""/>
        <dsp:cNvSpPr/>
      </dsp:nvSpPr>
      <dsp:spPr>
        <a:xfrm>
          <a:off x="3536544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357120"/>
              <a:satOff val="-10429"/>
              <a:lumOff val="-17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Sintaxis sencilla y muy legible.</a:t>
          </a:r>
        </a:p>
      </dsp:txBody>
      <dsp:txXfrm>
        <a:off x="3560891" y="2105720"/>
        <a:ext cx="1281358" cy="782588"/>
      </dsp:txXfrm>
    </dsp:sp>
    <dsp:sp modelId="{6E36B705-FA0A-4010-A93B-746D4BE4496D}">
      <dsp:nvSpPr>
        <dsp:cNvPr id="0" name=""/>
        <dsp:cNvSpPr/>
      </dsp:nvSpPr>
      <dsp:spPr>
        <a:xfrm>
          <a:off x="3370287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6EAF8-B0B6-4366-831B-815D9457AEE4}">
      <dsp:nvSpPr>
        <dsp:cNvPr id="0" name=""/>
        <dsp:cNvSpPr/>
      </dsp:nvSpPr>
      <dsp:spPr>
        <a:xfrm>
          <a:off x="3536544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828544"/>
              <a:satOff val="-12515"/>
              <a:lumOff val="-21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Integración total con el motor.</a:t>
          </a:r>
        </a:p>
      </dsp:txBody>
      <dsp:txXfrm>
        <a:off x="3560891" y="3144824"/>
        <a:ext cx="1281358" cy="782588"/>
      </dsp:txXfrm>
    </dsp:sp>
    <dsp:sp modelId="{E651D715-868E-4702-9147-82ADF084FE05}">
      <dsp:nvSpPr>
        <dsp:cNvPr id="0" name=""/>
        <dsp:cNvSpPr/>
      </dsp:nvSpPr>
      <dsp:spPr>
        <a:xfrm>
          <a:off x="3370287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8E352D-6B79-45AA-8F43-DEA82C1658E3}">
      <dsp:nvSpPr>
        <dsp:cNvPr id="0" name=""/>
        <dsp:cNvSpPr/>
      </dsp:nvSpPr>
      <dsp:spPr>
        <a:xfrm>
          <a:off x="3536544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Desarrollo rápido de mecánicas.</a:t>
          </a:r>
        </a:p>
      </dsp:txBody>
      <dsp:txXfrm>
        <a:off x="3560891" y="4183927"/>
        <a:ext cx="1281358" cy="782588"/>
      </dsp:txXfrm>
    </dsp:sp>
    <dsp:sp modelId="{67258E77-C380-4B5D-848F-A3FC3F147557}">
      <dsp:nvSpPr>
        <dsp:cNvPr id="0" name=""/>
        <dsp:cNvSpPr/>
      </dsp:nvSpPr>
      <dsp:spPr>
        <a:xfrm>
          <a:off x="5282238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GameMaker (GML)</a:t>
          </a:r>
        </a:p>
      </dsp:txBody>
      <dsp:txXfrm>
        <a:off x="5306585" y="27513"/>
        <a:ext cx="1613871" cy="782588"/>
      </dsp:txXfrm>
    </dsp:sp>
    <dsp:sp modelId="{759C3668-3315-4534-8A38-705C484ACF40}">
      <dsp:nvSpPr>
        <dsp:cNvPr id="0" name=""/>
        <dsp:cNvSpPr/>
      </dsp:nvSpPr>
      <dsp:spPr>
        <a:xfrm>
          <a:off x="5448494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12804-14A1-4EA7-BE3F-8F9A7B817320}">
      <dsp:nvSpPr>
        <dsp:cNvPr id="0" name=""/>
        <dsp:cNvSpPr/>
      </dsp:nvSpPr>
      <dsp:spPr>
        <a:xfrm>
          <a:off x="5614751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771393"/>
              <a:satOff val="-16687"/>
              <a:lumOff val="-28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Sintaxis similar a JavaScript.</a:t>
          </a:r>
        </a:p>
      </dsp:txBody>
      <dsp:txXfrm>
        <a:off x="5639098" y="1066617"/>
        <a:ext cx="1281358" cy="782588"/>
      </dsp:txXfrm>
    </dsp:sp>
    <dsp:sp modelId="{CDB0DF1E-5432-4DBB-BE1F-165E1DE6B162}">
      <dsp:nvSpPr>
        <dsp:cNvPr id="0" name=""/>
        <dsp:cNvSpPr/>
      </dsp:nvSpPr>
      <dsp:spPr>
        <a:xfrm>
          <a:off x="5448494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5E0B3-2F3E-46BF-9380-D2C94D32DF3B}">
      <dsp:nvSpPr>
        <dsp:cNvPr id="0" name=""/>
        <dsp:cNvSpPr/>
      </dsp:nvSpPr>
      <dsp:spPr>
        <a:xfrm>
          <a:off x="5614751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242816"/>
              <a:satOff val="-18773"/>
              <a:lumOff val="-31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Pensado específicamente para videojuegos.</a:t>
          </a:r>
        </a:p>
      </dsp:txBody>
      <dsp:txXfrm>
        <a:off x="5639098" y="2105720"/>
        <a:ext cx="1281358" cy="782588"/>
      </dsp:txXfrm>
    </dsp:sp>
    <dsp:sp modelId="{CBCB0754-EE70-4CFB-B01A-2B338B294B24}">
      <dsp:nvSpPr>
        <dsp:cNvPr id="0" name=""/>
        <dsp:cNvSpPr/>
      </dsp:nvSpPr>
      <dsp:spPr>
        <a:xfrm>
          <a:off x="5448494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6056A-0673-4AD3-B069-9F7D878E5F64}">
      <dsp:nvSpPr>
        <dsp:cNvPr id="0" name=""/>
        <dsp:cNvSpPr/>
      </dsp:nvSpPr>
      <dsp:spPr>
        <a:xfrm>
          <a:off x="5614751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714241"/>
              <a:satOff val="-20859"/>
              <a:lumOff val="-35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Integración directa con los sistemas del motor.</a:t>
          </a:r>
        </a:p>
      </dsp:txBody>
      <dsp:txXfrm>
        <a:off x="5639098" y="3144824"/>
        <a:ext cx="1281358" cy="782588"/>
      </dsp:txXfrm>
    </dsp:sp>
    <dsp:sp modelId="{45CCBEDD-0D2F-4132-BDB4-A1D44855F0A6}">
      <dsp:nvSpPr>
        <dsp:cNvPr id="0" name=""/>
        <dsp:cNvSpPr/>
      </dsp:nvSpPr>
      <dsp:spPr>
        <a:xfrm>
          <a:off x="5448494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B630C5-B8F7-443C-8F38-64E64C296817}">
      <dsp:nvSpPr>
        <dsp:cNvPr id="0" name=""/>
        <dsp:cNvSpPr/>
      </dsp:nvSpPr>
      <dsp:spPr>
        <a:xfrm>
          <a:off x="5614751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85665"/>
              <a:satOff val="-22944"/>
              <a:lumOff val="-38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Permite implementar mecánicas y eventos de forma eficiente.</a:t>
          </a:r>
        </a:p>
      </dsp:txBody>
      <dsp:txXfrm>
        <a:off x="5639098" y="4183927"/>
        <a:ext cx="1281358" cy="782588"/>
      </dsp:txXfrm>
    </dsp:sp>
    <dsp:sp modelId="{CB70F42B-EF77-4045-84B1-D7E80B0E2CFE}">
      <dsp:nvSpPr>
        <dsp:cNvPr id="0" name=""/>
        <dsp:cNvSpPr/>
      </dsp:nvSpPr>
      <dsp:spPr>
        <a:xfrm>
          <a:off x="7360445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GameMaker (GML Visual)</a:t>
          </a:r>
        </a:p>
      </dsp:txBody>
      <dsp:txXfrm>
        <a:off x="7384792" y="27513"/>
        <a:ext cx="1613871" cy="782588"/>
      </dsp:txXfrm>
    </dsp:sp>
    <dsp:sp modelId="{0A7B268D-7112-4D37-9D85-74CE25712252}">
      <dsp:nvSpPr>
        <dsp:cNvPr id="0" name=""/>
        <dsp:cNvSpPr/>
      </dsp:nvSpPr>
      <dsp:spPr>
        <a:xfrm>
          <a:off x="7526701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F25E8B-11D7-4173-94CA-ADAAAC329F04}">
      <dsp:nvSpPr>
        <dsp:cNvPr id="0" name=""/>
        <dsp:cNvSpPr/>
      </dsp:nvSpPr>
      <dsp:spPr>
        <a:xfrm>
          <a:off x="7692958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657089"/>
              <a:satOff val="-25030"/>
              <a:lumOff val="-42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Sistema de programación visual basado en bloques.</a:t>
          </a:r>
        </a:p>
      </dsp:txBody>
      <dsp:txXfrm>
        <a:off x="7717305" y="1066617"/>
        <a:ext cx="1281358" cy="782588"/>
      </dsp:txXfrm>
    </dsp:sp>
    <dsp:sp modelId="{22AD0D19-BB8B-4202-8A7D-C0A15253154B}">
      <dsp:nvSpPr>
        <dsp:cNvPr id="0" name=""/>
        <dsp:cNvSpPr/>
      </dsp:nvSpPr>
      <dsp:spPr>
        <a:xfrm>
          <a:off x="7526701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7223CD-D78B-491F-9A8F-6325101F0AE9}">
      <dsp:nvSpPr>
        <dsp:cNvPr id="0" name=""/>
        <dsp:cNvSpPr/>
      </dsp:nvSpPr>
      <dsp:spPr>
        <a:xfrm>
          <a:off x="7692958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128513"/>
              <a:satOff val="-27116"/>
              <a:lumOff val="-455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Alternativa al código tradicional.</a:t>
          </a:r>
        </a:p>
      </dsp:txBody>
      <dsp:txXfrm>
        <a:off x="7717305" y="2105720"/>
        <a:ext cx="1281358" cy="782588"/>
      </dsp:txXfrm>
    </dsp:sp>
    <dsp:sp modelId="{E48DDE42-BB28-48C8-BD2C-DDD1E8F07F82}">
      <dsp:nvSpPr>
        <dsp:cNvPr id="0" name=""/>
        <dsp:cNvSpPr/>
      </dsp:nvSpPr>
      <dsp:spPr>
        <a:xfrm>
          <a:off x="7526701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2B5A68-9D92-48E5-9E44-3EA7F4F0955D}">
      <dsp:nvSpPr>
        <dsp:cNvPr id="0" name=""/>
        <dsp:cNvSpPr/>
      </dsp:nvSpPr>
      <dsp:spPr>
        <a:xfrm>
          <a:off x="7692958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Útil para prototipado rápido y aprendizaje del motor.</a:t>
          </a:r>
        </a:p>
      </dsp:txBody>
      <dsp:txXfrm>
        <a:off x="7717305" y="3144824"/>
        <a:ext cx="1281358" cy="78258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1DB6C-C6C9-48E2-8AF8-99FA7F31E6C4}">
      <dsp:nvSpPr>
        <dsp:cNvPr id="0" name=""/>
        <dsp:cNvSpPr/>
      </dsp:nvSpPr>
      <dsp:spPr>
        <a:xfrm>
          <a:off x="1397447" y="1927"/>
          <a:ext cx="2101125" cy="1050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noProof="1"/>
            <a:t>Unity</a:t>
          </a:r>
        </a:p>
      </dsp:txBody>
      <dsp:txXfrm>
        <a:off x="1428217" y="32697"/>
        <a:ext cx="2039585" cy="989022"/>
      </dsp:txXfrm>
    </dsp:sp>
    <dsp:sp modelId="{7064143C-A836-4513-B168-2CBDF4F1DAD5}">
      <dsp:nvSpPr>
        <dsp:cNvPr id="0" name=""/>
        <dsp:cNvSpPr/>
      </dsp:nvSpPr>
      <dsp:spPr>
        <a:xfrm>
          <a:off x="1607559" y="1052490"/>
          <a:ext cx="210112" cy="787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922"/>
              </a:lnTo>
              <a:lnTo>
                <a:pt x="210112" y="78792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C0A1D-5183-4135-90DF-EE12369D6E7A}">
      <dsp:nvSpPr>
        <dsp:cNvPr id="0" name=""/>
        <dsp:cNvSpPr/>
      </dsp:nvSpPr>
      <dsp:spPr>
        <a:xfrm>
          <a:off x="1817672" y="1315131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Basado en Box2D.</a:t>
          </a:r>
        </a:p>
      </dsp:txBody>
      <dsp:txXfrm>
        <a:off x="1848442" y="1345901"/>
        <a:ext cx="1619360" cy="989022"/>
      </dsp:txXfrm>
    </dsp:sp>
    <dsp:sp modelId="{17B5645C-F828-49EC-9BCD-E7FD3F57DCA4}">
      <dsp:nvSpPr>
        <dsp:cNvPr id="0" name=""/>
        <dsp:cNvSpPr/>
      </dsp:nvSpPr>
      <dsp:spPr>
        <a:xfrm>
          <a:off x="1607559" y="1052490"/>
          <a:ext cx="210112" cy="210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1125"/>
              </a:lnTo>
              <a:lnTo>
                <a:pt x="210112" y="2101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337E0-11E6-47E1-B1C2-0A610F1B3167}">
      <dsp:nvSpPr>
        <dsp:cNvPr id="0" name=""/>
        <dsp:cNvSpPr/>
      </dsp:nvSpPr>
      <dsp:spPr>
        <a:xfrm>
          <a:off x="1817672" y="2628335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24992"/>
              <a:satOff val="-3650"/>
              <a:lumOff val="-6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Rigidbody2D. </a:t>
          </a:r>
        </a:p>
      </dsp:txBody>
      <dsp:txXfrm>
        <a:off x="1848442" y="2659105"/>
        <a:ext cx="1619360" cy="989022"/>
      </dsp:txXfrm>
    </dsp:sp>
    <dsp:sp modelId="{74BE9DE8-20DB-4C9B-8CE3-11DC2801E1E4}">
      <dsp:nvSpPr>
        <dsp:cNvPr id="0" name=""/>
        <dsp:cNvSpPr/>
      </dsp:nvSpPr>
      <dsp:spPr>
        <a:xfrm>
          <a:off x="1607559" y="1052490"/>
          <a:ext cx="210112" cy="3414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29"/>
              </a:lnTo>
              <a:lnTo>
                <a:pt x="210112" y="34143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E00B6D-5821-4734-8AD5-0D2F503C7565}">
      <dsp:nvSpPr>
        <dsp:cNvPr id="0" name=""/>
        <dsp:cNvSpPr/>
      </dsp:nvSpPr>
      <dsp:spPr>
        <a:xfrm>
          <a:off x="1817672" y="3941539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649984"/>
              <a:satOff val="-7300"/>
              <a:lumOff val="-12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Collider2D.</a:t>
          </a:r>
        </a:p>
      </dsp:txBody>
      <dsp:txXfrm>
        <a:off x="1848442" y="3972309"/>
        <a:ext cx="1619360" cy="989022"/>
      </dsp:txXfrm>
    </dsp:sp>
    <dsp:sp modelId="{75D3EB81-F357-445F-98FC-4A455BF44FE0}">
      <dsp:nvSpPr>
        <dsp:cNvPr id="0" name=""/>
        <dsp:cNvSpPr/>
      </dsp:nvSpPr>
      <dsp:spPr>
        <a:xfrm>
          <a:off x="4023854" y="1927"/>
          <a:ext cx="2101125" cy="1050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noProof="1"/>
            <a:t>Godot</a:t>
          </a:r>
        </a:p>
      </dsp:txBody>
      <dsp:txXfrm>
        <a:off x="4054624" y="32697"/>
        <a:ext cx="2039585" cy="989022"/>
      </dsp:txXfrm>
    </dsp:sp>
    <dsp:sp modelId="{CAFBB3D6-2FEC-44FB-B52E-7236A5AC0425}">
      <dsp:nvSpPr>
        <dsp:cNvPr id="0" name=""/>
        <dsp:cNvSpPr/>
      </dsp:nvSpPr>
      <dsp:spPr>
        <a:xfrm>
          <a:off x="4233967" y="1052490"/>
          <a:ext cx="210112" cy="787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922"/>
              </a:lnTo>
              <a:lnTo>
                <a:pt x="210112" y="78792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19AE-5AB2-4FB8-8910-67BA8EAC409E}">
      <dsp:nvSpPr>
        <dsp:cNvPr id="0" name=""/>
        <dsp:cNvSpPr/>
      </dsp:nvSpPr>
      <dsp:spPr>
        <a:xfrm>
          <a:off x="4444079" y="1315131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474976"/>
              <a:satOff val="-10951"/>
              <a:lumOff val="-18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Física propia integrada.</a:t>
          </a:r>
        </a:p>
      </dsp:txBody>
      <dsp:txXfrm>
        <a:off x="4474849" y="1345901"/>
        <a:ext cx="1619360" cy="989022"/>
      </dsp:txXfrm>
    </dsp:sp>
    <dsp:sp modelId="{9A162A47-FEFE-4BD1-9EFB-A0B59D60C326}">
      <dsp:nvSpPr>
        <dsp:cNvPr id="0" name=""/>
        <dsp:cNvSpPr/>
      </dsp:nvSpPr>
      <dsp:spPr>
        <a:xfrm>
          <a:off x="4233967" y="1052490"/>
          <a:ext cx="210112" cy="210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1125"/>
              </a:lnTo>
              <a:lnTo>
                <a:pt x="210112" y="2101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851BD-3E77-48CE-95BA-9025C7F3B031}">
      <dsp:nvSpPr>
        <dsp:cNvPr id="0" name=""/>
        <dsp:cNvSpPr/>
      </dsp:nvSpPr>
      <dsp:spPr>
        <a:xfrm>
          <a:off x="4444079" y="2628335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CharacterBody2D. </a:t>
          </a:r>
        </a:p>
      </dsp:txBody>
      <dsp:txXfrm>
        <a:off x="4474849" y="2659105"/>
        <a:ext cx="1619360" cy="989022"/>
      </dsp:txXfrm>
    </dsp:sp>
    <dsp:sp modelId="{6E36B705-FA0A-4010-A93B-746D4BE4496D}">
      <dsp:nvSpPr>
        <dsp:cNvPr id="0" name=""/>
        <dsp:cNvSpPr/>
      </dsp:nvSpPr>
      <dsp:spPr>
        <a:xfrm>
          <a:off x="4233967" y="1052490"/>
          <a:ext cx="210112" cy="3414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29"/>
              </a:lnTo>
              <a:lnTo>
                <a:pt x="210112" y="34143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6EAF8-B0B6-4366-831B-815D9457AEE4}">
      <dsp:nvSpPr>
        <dsp:cNvPr id="0" name=""/>
        <dsp:cNvSpPr/>
      </dsp:nvSpPr>
      <dsp:spPr>
        <a:xfrm>
          <a:off x="4444079" y="3941539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124961"/>
              <a:satOff val="-18251"/>
              <a:lumOff val="-306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Area2D.</a:t>
          </a:r>
        </a:p>
      </dsp:txBody>
      <dsp:txXfrm>
        <a:off x="4474849" y="3972309"/>
        <a:ext cx="1619360" cy="989022"/>
      </dsp:txXfrm>
    </dsp:sp>
    <dsp:sp modelId="{67258E77-C380-4B5D-848F-A3FC3F147557}">
      <dsp:nvSpPr>
        <dsp:cNvPr id="0" name=""/>
        <dsp:cNvSpPr/>
      </dsp:nvSpPr>
      <dsp:spPr>
        <a:xfrm>
          <a:off x="6650261" y="1927"/>
          <a:ext cx="2101125" cy="1050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noProof="1"/>
            <a:t>GameMaker</a:t>
          </a:r>
        </a:p>
      </dsp:txBody>
      <dsp:txXfrm>
        <a:off x="6681031" y="32697"/>
        <a:ext cx="2039585" cy="989022"/>
      </dsp:txXfrm>
    </dsp:sp>
    <dsp:sp modelId="{759C3668-3315-4534-8A38-705C484ACF40}">
      <dsp:nvSpPr>
        <dsp:cNvPr id="0" name=""/>
        <dsp:cNvSpPr/>
      </dsp:nvSpPr>
      <dsp:spPr>
        <a:xfrm>
          <a:off x="6860374" y="1052490"/>
          <a:ext cx="210112" cy="787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922"/>
              </a:lnTo>
              <a:lnTo>
                <a:pt x="210112" y="78792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12804-14A1-4EA7-BE3F-8F9A7B817320}">
      <dsp:nvSpPr>
        <dsp:cNvPr id="0" name=""/>
        <dsp:cNvSpPr/>
      </dsp:nvSpPr>
      <dsp:spPr>
        <a:xfrm>
          <a:off x="7070487" y="1315131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49952"/>
              <a:satOff val="-21901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Física opcional. </a:t>
          </a:r>
        </a:p>
      </dsp:txBody>
      <dsp:txXfrm>
        <a:off x="7101257" y="1345901"/>
        <a:ext cx="1619360" cy="989022"/>
      </dsp:txXfrm>
    </dsp:sp>
    <dsp:sp modelId="{CDB0DF1E-5432-4DBB-BE1F-165E1DE6B162}">
      <dsp:nvSpPr>
        <dsp:cNvPr id="0" name=""/>
        <dsp:cNvSpPr/>
      </dsp:nvSpPr>
      <dsp:spPr>
        <a:xfrm>
          <a:off x="6860374" y="1052490"/>
          <a:ext cx="210112" cy="210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1125"/>
              </a:lnTo>
              <a:lnTo>
                <a:pt x="210112" y="2101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5E0B3-2F3E-46BF-9380-D2C94D32DF3B}">
      <dsp:nvSpPr>
        <dsp:cNvPr id="0" name=""/>
        <dsp:cNvSpPr/>
      </dsp:nvSpPr>
      <dsp:spPr>
        <a:xfrm>
          <a:off x="7070487" y="2628335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774945"/>
              <a:satOff val="-25552"/>
              <a:lumOff val="-42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Menos utilizada en proyectos arcade. </a:t>
          </a:r>
        </a:p>
      </dsp:txBody>
      <dsp:txXfrm>
        <a:off x="7101257" y="2659105"/>
        <a:ext cx="1619360" cy="989022"/>
      </dsp:txXfrm>
    </dsp:sp>
    <dsp:sp modelId="{CBCB0754-EE70-4CFB-B01A-2B338B294B24}">
      <dsp:nvSpPr>
        <dsp:cNvPr id="0" name=""/>
        <dsp:cNvSpPr/>
      </dsp:nvSpPr>
      <dsp:spPr>
        <a:xfrm>
          <a:off x="6860374" y="1052490"/>
          <a:ext cx="210112" cy="3414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29"/>
              </a:lnTo>
              <a:lnTo>
                <a:pt x="210112" y="34143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6056A-0673-4AD3-B069-9F7D878E5F64}">
      <dsp:nvSpPr>
        <dsp:cNvPr id="0" name=""/>
        <dsp:cNvSpPr/>
      </dsp:nvSpPr>
      <dsp:spPr>
        <a:xfrm>
          <a:off x="7070487" y="3941539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1"/>
            <a:t>Muchas veces se implementa lógica manual.</a:t>
          </a:r>
        </a:p>
      </dsp:txBody>
      <dsp:txXfrm>
        <a:off x="7101257" y="3972309"/>
        <a:ext cx="1619360" cy="98902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1DB6C-C6C9-48E2-8AF8-99FA7F31E6C4}">
      <dsp:nvSpPr>
        <dsp:cNvPr id="0" name=""/>
        <dsp:cNvSpPr/>
      </dsp:nvSpPr>
      <dsp:spPr>
        <a:xfrm>
          <a:off x="1397447" y="1927"/>
          <a:ext cx="2101125" cy="1050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noProof="1"/>
            <a:t>Unity</a:t>
          </a:r>
        </a:p>
      </dsp:txBody>
      <dsp:txXfrm>
        <a:off x="1428217" y="32697"/>
        <a:ext cx="2039585" cy="989022"/>
      </dsp:txXfrm>
    </dsp:sp>
    <dsp:sp modelId="{7064143C-A836-4513-B168-2CBDF4F1DAD5}">
      <dsp:nvSpPr>
        <dsp:cNvPr id="0" name=""/>
        <dsp:cNvSpPr/>
      </dsp:nvSpPr>
      <dsp:spPr>
        <a:xfrm>
          <a:off x="1607559" y="1052490"/>
          <a:ext cx="210112" cy="787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922"/>
              </a:lnTo>
              <a:lnTo>
                <a:pt x="210112" y="78792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C0A1D-5183-4135-90DF-EE12369D6E7A}">
      <dsp:nvSpPr>
        <dsp:cNvPr id="0" name=""/>
        <dsp:cNvSpPr/>
      </dsp:nvSpPr>
      <dsp:spPr>
        <a:xfrm>
          <a:off x="1817672" y="1315131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Shader Graph + HLSL</a:t>
          </a:r>
        </a:p>
      </dsp:txBody>
      <dsp:txXfrm>
        <a:off x="1848442" y="1345901"/>
        <a:ext cx="1619360" cy="989022"/>
      </dsp:txXfrm>
    </dsp:sp>
    <dsp:sp modelId="{8A4699FB-0E64-4908-BAC5-D55E18760C0B}">
      <dsp:nvSpPr>
        <dsp:cNvPr id="0" name=""/>
        <dsp:cNvSpPr/>
      </dsp:nvSpPr>
      <dsp:spPr>
        <a:xfrm>
          <a:off x="1607559" y="1052490"/>
          <a:ext cx="210112" cy="210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1125"/>
              </a:lnTo>
              <a:lnTo>
                <a:pt x="210112" y="2101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9307D3-8D20-43DB-9D9E-A5011EBE2E78}">
      <dsp:nvSpPr>
        <dsp:cNvPr id="0" name=""/>
        <dsp:cNvSpPr/>
      </dsp:nvSpPr>
      <dsp:spPr>
        <a:xfrm>
          <a:off x="1817672" y="2628335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24992"/>
              <a:satOff val="-3650"/>
              <a:lumOff val="-6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Muy potente</a:t>
          </a:r>
        </a:p>
      </dsp:txBody>
      <dsp:txXfrm>
        <a:off x="1848442" y="2659105"/>
        <a:ext cx="1619360" cy="989022"/>
      </dsp:txXfrm>
    </dsp:sp>
    <dsp:sp modelId="{AC6A83E4-4B42-49D8-BAB0-FCFF635D9ECD}">
      <dsp:nvSpPr>
        <dsp:cNvPr id="0" name=""/>
        <dsp:cNvSpPr/>
      </dsp:nvSpPr>
      <dsp:spPr>
        <a:xfrm>
          <a:off x="1607559" y="1052490"/>
          <a:ext cx="210112" cy="3414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29"/>
              </a:lnTo>
              <a:lnTo>
                <a:pt x="210112" y="34143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31306B-F4DC-4341-BB10-E1633032CEB3}">
      <dsp:nvSpPr>
        <dsp:cNvPr id="0" name=""/>
        <dsp:cNvSpPr/>
      </dsp:nvSpPr>
      <dsp:spPr>
        <a:xfrm>
          <a:off x="1817672" y="3941539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649984"/>
              <a:satOff val="-7300"/>
              <a:lumOff val="-12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Orientado a proyectos grandes</a:t>
          </a:r>
        </a:p>
      </dsp:txBody>
      <dsp:txXfrm>
        <a:off x="1848442" y="3972309"/>
        <a:ext cx="1619360" cy="989022"/>
      </dsp:txXfrm>
    </dsp:sp>
    <dsp:sp modelId="{75D3EB81-F357-445F-98FC-4A455BF44FE0}">
      <dsp:nvSpPr>
        <dsp:cNvPr id="0" name=""/>
        <dsp:cNvSpPr/>
      </dsp:nvSpPr>
      <dsp:spPr>
        <a:xfrm>
          <a:off x="4023854" y="1927"/>
          <a:ext cx="2101125" cy="1050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3299968"/>
                <a:satOff val="-14601"/>
                <a:lumOff val="-2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99968"/>
                <a:satOff val="-14601"/>
                <a:lumOff val="-2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99968"/>
                <a:satOff val="-14601"/>
                <a:lumOff val="-2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noProof="1"/>
            <a:t>Godot</a:t>
          </a:r>
        </a:p>
      </dsp:txBody>
      <dsp:txXfrm>
        <a:off x="4054624" y="32697"/>
        <a:ext cx="2039585" cy="989022"/>
      </dsp:txXfrm>
    </dsp:sp>
    <dsp:sp modelId="{CAFBB3D6-2FEC-44FB-B52E-7236A5AC0425}">
      <dsp:nvSpPr>
        <dsp:cNvPr id="0" name=""/>
        <dsp:cNvSpPr/>
      </dsp:nvSpPr>
      <dsp:spPr>
        <a:xfrm>
          <a:off x="4233967" y="1052490"/>
          <a:ext cx="210112" cy="787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922"/>
              </a:lnTo>
              <a:lnTo>
                <a:pt x="210112" y="78792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19AE-5AB2-4FB8-8910-67BA8EAC409E}">
      <dsp:nvSpPr>
        <dsp:cNvPr id="0" name=""/>
        <dsp:cNvSpPr/>
      </dsp:nvSpPr>
      <dsp:spPr>
        <a:xfrm>
          <a:off x="4444079" y="1315131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474976"/>
              <a:satOff val="-10951"/>
              <a:lumOff val="-18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Shader Language propio (GLSL-like)</a:t>
          </a:r>
        </a:p>
      </dsp:txBody>
      <dsp:txXfrm>
        <a:off x="4474849" y="1345901"/>
        <a:ext cx="1619360" cy="989022"/>
      </dsp:txXfrm>
    </dsp:sp>
    <dsp:sp modelId="{431BD64B-D4C1-4098-B0B6-DD040A875D01}">
      <dsp:nvSpPr>
        <dsp:cNvPr id="0" name=""/>
        <dsp:cNvSpPr/>
      </dsp:nvSpPr>
      <dsp:spPr>
        <a:xfrm>
          <a:off x="4233967" y="1052490"/>
          <a:ext cx="210112" cy="210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1125"/>
              </a:lnTo>
              <a:lnTo>
                <a:pt x="210112" y="2101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744EB9-2C34-498A-92E5-770DBCE0D7F4}">
      <dsp:nvSpPr>
        <dsp:cNvPr id="0" name=""/>
        <dsp:cNvSpPr/>
      </dsp:nvSpPr>
      <dsp:spPr>
        <a:xfrm>
          <a:off x="4444079" y="2628335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Flexible</a:t>
          </a:r>
        </a:p>
      </dsp:txBody>
      <dsp:txXfrm>
        <a:off x="4474849" y="2659105"/>
        <a:ext cx="1619360" cy="989022"/>
      </dsp:txXfrm>
    </dsp:sp>
    <dsp:sp modelId="{CAD82696-1651-4811-ACB9-5232453B1B1C}">
      <dsp:nvSpPr>
        <dsp:cNvPr id="0" name=""/>
        <dsp:cNvSpPr/>
      </dsp:nvSpPr>
      <dsp:spPr>
        <a:xfrm>
          <a:off x="4233967" y="1052490"/>
          <a:ext cx="210112" cy="3414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29"/>
              </a:lnTo>
              <a:lnTo>
                <a:pt x="210112" y="34143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52E84A-7661-409F-833A-1D2F46672807}">
      <dsp:nvSpPr>
        <dsp:cNvPr id="0" name=""/>
        <dsp:cNvSpPr/>
      </dsp:nvSpPr>
      <dsp:spPr>
        <a:xfrm>
          <a:off x="4444079" y="3941539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124961"/>
              <a:satOff val="-18251"/>
              <a:lumOff val="-306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Muy bueno para 2D</a:t>
          </a:r>
        </a:p>
      </dsp:txBody>
      <dsp:txXfrm>
        <a:off x="4474849" y="3972309"/>
        <a:ext cx="1619360" cy="989022"/>
      </dsp:txXfrm>
    </dsp:sp>
    <dsp:sp modelId="{67258E77-C380-4B5D-848F-A3FC3F147557}">
      <dsp:nvSpPr>
        <dsp:cNvPr id="0" name=""/>
        <dsp:cNvSpPr/>
      </dsp:nvSpPr>
      <dsp:spPr>
        <a:xfrm>
          <a:off x="6650261" y="1927"/>
          <a:ext cx="2101125" cy="1050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noProof="1"/>
            <a:t>GameMaker</a:t>
          </a:r>
        </a:p>
      </dsp:txBody>
      <dsp:txXfrm>
        <a:off x="6681031" y="32697"/>
        <a:ext cx="2039585" cy="989022"/>
      </dsp:txXfrm>
    </dsp:sp>
    <dsp:sp modelId="{759C3668-3315-4534-8A38-705C484ACF40}">
      <dsp:nvSpPr>
        <dsp:cNvPr id="0" name=""/>
        <dsp:cNvSpPr/>
      </dsp:nvSpPr>
      <dsp:spPr>
        <a:xfrm>
          <a:off x="6860374" y="1052490"/>
          <a:ext cx="210112" cy="787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922"/>
              </a:lnTo>
              <a:lnTo>
                <a:pt x="210112" y="78792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12804-14A1-4EA7-BE3F-8F9A7B817320}">
      <dsp:nvSpPr>
        <dsp:cNvPr id="0" name=""/>
        <dsp:cNvSpPr/>
      </dsp:nvSpPr>
      <dsp:spPr>
        <a:xfrm>
          <a:off x="7070487" y="1315131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49952"/>
              <a:satOff val="-21901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Shader basado en GLSL ES</a:t>
          </a:r>
        </a:p>
      </dsp:txBody>
      <dsp:txXfrm>
        <a:off x="7101257" y="1345901"/>
        <a:ext cx="1619360" cy="989022"/>
      </dsp:txXfrm>
    </dsp:sp>
    <dsp:sp modelId="{A9046969-4291-4986-A5C9-6239E16C6FCB}">
      <dsp:nvSpPr>
        <dsp:cNvPr id="0" name=""/>
        <dsp:cNvSpPr/>
      </dsp:nvSpPr>
      <dsp:spPr>
        <a:xfrm>
          <a:off x="6860374" y="1052490"/>
          <a:ext cx="210112" cy="210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1125"/>
              </a:lnTo>
              <a:lnTo>
                <a:pt x="210112" y="2101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8C842-2F74-4DE5-B571-94CA7F10DB40}">
      <dsp:nvSpPr>
        <dsp:cNvPr id="0" name=""/>
        <dsp:cNvSpPr/>
      </dsp:nvSpPr>
      <dsp:spPr>
        <a:xfrm>
          <a:off x="7070487" y="2628335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774945"/>
              <a:satOff val="-25552"/>
              <a:lumOff val="-42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Más limitado</a:t>
          </a:r>
        </a:p>
      </dsp:txBody>
      <dsp:txXfrm>
        <a:off x="7101257" y="2659105"/>
        <a:ext cx="1619360" cy="989022"/>
      </dsp:txXfrm>
    </dsp:sp>
    <dsp:sp modelId="{A958A9A9-F3BB-4667-A6FF-A14C513E409B}">
      <dsp:nvSpPr>
        <dsp:cNvPr id="0" name=""/>
        <dsp:cNvSpPr/>
      </dsp:nvSpPr>
      <dsp:spPr>
        <a:xfrm>
          <a:off x="6860374" y="1052490"/>
          <a:ext cx="210112" cy="3414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29"/>
              </a:lnTo>
              <a:lnTo>
                <a:pt x="210112" y="34143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C880D-AEDE-4553-8AB1-8B3719F21FA1}">
      <dsp:nvSpPr>
        <dsp:cNvPr id="0" name=""/>
        <dsp:cNvSpPr/>
      </dsp:nvSpPr>
      <dsp:spPr>
        <a:xfrm>
          <a:off x="7070487" y="3941539"/>
          <a:ext cx="1680900" cy="1050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noProof="1"/>
            <a:t>Suficiente para efectos sencillos</a:t>
          </a:r>
        </a:p>
      </dsp:txBody>
      <dsp:txXfrm>
        <a:off x="7101257" y="3972309"/>
        <a:ext cx="1619360" cy="98902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E512F-A6E8-44AE-8493-AA1F52CA014E}">
      <dsp:nvSpPr>
        <dsp:cNvPr id="0" name=""/>
        <dsp:cNvSpPr/>
      </dsp:nvSpPr>
      <dsp:spPr>
        <a:xfrm rot="5400000">
          <a:off x="-406267" y="407073"/>
          <a:ext cx="2708449" cy="189591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Experiencia de desarrollo</a:t>
          </a:r>
        </a:p>
      </dsp:txBody>
      <dsp:txXfrm rot="-5400000">
        <a:off x="1" y="948762"/>
        <a:ext cx="1895914" cy="812535"/>
      </dsp:txXfrm>
    </dsp:sp>
    <dsp:sp modelId="{63F93D5E-1A77-453B-B698-6B5FD0098222}">
      <dsp:nvSpPr>
        <dsp:cNvPr id="0" name=""/>
        <dsp:cNvSpPr/>
      </dsp:nvSpPr>
      <dsp:spPr>
        <a:xfrm rot="5400000">
          <a:off x="5117899" y="-3221178"/>
          <a:ext cx="1760492" cy="820446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noProof="1"/>
            <a:t>Gran cantidad de tutoriales disponibles.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noProof="1"/>
            <a:t>Flujo de trabajo muy intuitivo.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Motor </a:t>
          </a:r>
          <a:r>
            <a:rPr lang="en-GB" sz="2400" kern="1200" dirty="0" err="1"/>
            <a:t>muy</a:t>
          </a:r>
          <a:r>
            <a:rPr lang="en-GB" sz="2400" kern="1200" dirty="0"/>
            <a:t> </a:t>
          </a:r>
          <a:r>
            <a:rPr lang="en-GB" sz="2400" kern="1200" dirty="0" err="1"/>
            <a:t>completo</a:t>
          </a:r>
          <a:r>
            <a:rPr lang="en-GB" sz="2400" kern="1200" dirty="0"/>
            <a:t>.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Muy </a:t>
          </a:r>
          <a:r>
            <a:rPr lang="en-GB" sz="2400" kern="1200" dirty="0" err="1"/>
            <a:t>adecuado</a:t>
          </a:r>
          <a:r>
            <a:rPr lang="en-GB" sz="2400" kern="1200" dirty="0"/>
            <a:t> para </a:t>
          </a:r>
          <a:r>
            <a:rPr lang="en-GB" sz="2400" kern="1200" dirty="0" err="1"/>
            <a:t>proyectos</a:t>
          </a:r>
          <a:r>
            <a:rPr lang="en-GB" sz="2400" kern="1200" dirty="0"/>
            <a:t> </a:t>
          </a:r>
          <a:r>
            <a:rPr lang="en-GB" sz="2400" kern="1200" dirty="0" err="1"/>
            <a:t>grandes</a:t>
          </a:r>
          <a:r>
            <a:rPr lang="en-GB" sz="2400" kern="1200" dirty="0"/>
            <a:t>.</a:t>
          </a:r>
          <a:endParaRPr lang="es-ES" sz="2400" kern="1200" noProof="1"/>
        </a:p>
      </dsp:txBody>
      <dsp:txXfrm rot="-5400000">
        <a:off x="1895915" y="86746"/>
        <a:ext cx="8118521" cy="1588612"/>
      </dsp:txXfrm>
    </dsp:sp>
    <dsp:sp modelId="{3A16E907-3C47-4CC1-99D2-10B8D9AC4536}">
      <dsp:nvSpPr>
        <dsp:cNvPr id="0" name=""/>
        <dsp:cNvSpPr/>
      </dsp:nvSpPr>
      <dsp:spPr>
        <a:xfrm rot="5400000">
          <a:off x="-406267" y="2833035"/>
          <a:ext cx="2708449" cy="1895914"/>
        </a:xfrm>
        <a:prstGeom prst="chevron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Dificultades encontradas</a:t>
          </a:r>
        </a:p>
      </dsp:txBody>
      <dsp:txXfrm rot="-5400000">
        <a:off x="1" y="3374724"/>
        <a:ext cx="1895914" cy="812535"/>
      </dsp:txXfrm>
    </dsp:sp>
    <dsp:sp modelId="{8363C524-532C-4855-B7AC-2810E3BD5C78}">
      <dsp:nvSpPr>
        <dsp:cNvPr id="0" name=""/>
        <dsp:cNvSpPr/>
      </dsp:nvSpPr>
      <dsp:spPr>
        <a:xfrm rot="5400000">
          <a:off x="5117899" y="-795216"/>
          <a:ext cx="1760492" cy="820446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 err="1"/>
            <a:t>Tiempos</a:t>
          </a:r>
          <a:r>
            <a:rPr lang="en-GB" sz="2400" kern="1200" dirty="0"/>
            <a:t> de </a:t>
          </a:r>
          <a:r>
            <a:rPr lang="en-GB" sz="2400" kern="1200" dirty="0" err="1"/>
            <a:t>compilación</a:t>
          </a:r>
          <a:r>
            <a:rPr lang="en-GB" sz="2400" kern="1200" dirty="0"/>
            <a:t> </a:t>
          </a:r>
          <a:r>
            <a:rPr lang="en-GB" sz="2400" kern="1200" dirty="0" err="1"/>
            <a:t>elevados</a:t>
          </a:r>
          <a:r>
            <a:rPr lang="en-GB" sz="2400" kern="1200" dirty="0"/>
            <a:t>. 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 err="1"/>
            <a:t>Puede</a:t>
          </a:r>
          <a:r>
            <a:rPr lang="en-GB" sz="2400" kern="1200" dirty="0"/>
            <a:t> </a:t>
          </a:r>
          <a:r>
            <a:rPr lang="en-GB" sz="2400" kern="1200" dirty="0" err="1"/>
            <a:t>resultar</a:t>
          </a:r>
          <a:r>
            <a:rPr lang="en-GB" sz="2400" kern="1200" dirty="0"/>
            <a:t> </a:t>
          </a:r>
          <a:r>
            <a:rPr lang="en-GB" sz="2400" kern="1200" dirty="0" err="1"/>
            <a:t>excesivo</a:t>
          </a:r>
          <a:r>
            <a:rPr lang="en-GB" sz="2400" kern="1200" dirty="0"/>
            <a:t> para </a:t>
          </a:r>
          <a:r>
            <a:rPr lang="en-GB" sz="2400" kern="1200" dirty="0" err="1"/>
            <a:t>proyectos</a:t>
          </a:r>
          <a:r>
            <a:rPr lang="en-GB" sz="2400" kern="1200" dirty="0"/>
            <a:t> </a:t>
          </a:r>
          <a:r>
            <a:rPr lang="en-GB" sz="2400" kern="1200" dirty="0" err="1"/>
            <a:t>pequeños</a:t>
          </a:r>
          <a:r>
            <a:rPr lang="en-GB" sz="2400" kern="1200" dirty="0"/>
            <a:t>.</a:t>
          </a:r>
          <a:endParaRPr lang="es-ES" sz="2400" kern="1200" noProof="1"/>
        </a:p>
      </dsp:txBody>
      <dsp:txXfrm rot="-5400000">
        <a:off x="1895915" y="2512708"/>
        <a:ext cx="8118521" cy="158861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C27EC-537C-4380-ADD6-E01EC65EE3A3}">
      <dsp:nvSpPr>
        <dsp:cNvPr id="0" name=""/>
        <dsp:cNvSpPr/>
      </dsp:nvSpPr>
      <dsp:spPr>
        <a:xfrm rot="5400000">
          <a:off x="-406267" y="407073"/>
          <a:ext cx="2708449" cy="189591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Experiencia de desarrollo</a:t>
          </a:r>
        </a:p>
      </dsp:txBody>
      <dsp:txXfrm rot="-5400000">
        <a:off x="1" y="948762"/>
        <a:ext cx="1895914" cy="812535"/>
      </dsp:txXfrm>
    </dsp:sp>
    <dsp:sp modelId="{9DD05AF5-FE1C-4492-BCA6-9119A8BC5D75}">
      <dsp:nvSpPr>
        <dsp:cNvPr id="0" name=""/>
        <dsp:cNvSpPr/>
      </dsp:nvSpPr>
      <dsp:spPr>
        <a:xfrm rot="5400000">
          <a:off x="5117899" y="-3221178"/>
          <a:ext cx="1760492" cy="820446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noProof="1"/>
            <a:t>Motor muy ligero.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noProof="1"/>
            <a:t>GDScript permite implementar mecánicas rápidamente.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noProof="1"/>
            <a:t>Iteraciones rápidas.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noProof="1"/>
            <a:t>Muy buen motor para desarrollo de juegos pequeños y medianos.</a:t>
          </a:r>
        </a:p>
      </dsp:txBody>
      <dsp:txXfrm rot="-5400000">
        <a:off x="1895915" y="86746"/>
        <a:ext cx="8118521" cy="1588612"/>
      </dsp:txXfrm>
    </dsp:sp>
    <dsp:sp modelId="{3C292A45-CF8F-482C-A5D2-7BAD57F9EED8}">
      <dsp:nvSpPr>
        <dsp:cNvPr id="0" name=""/>
        <dsp:cNvSpPr/>
      </dsp:nvSpPr>
      <dsp:spPr>
        <a:xfrm rot="5400000">
          <a:off x="-406267" y="2833035"/>
          <a:ext cx="2708449" cy="1895914"/>
        </a:xfrm>
        <a:prstGeom prst="chevron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Dificultades encontradas</a:t>
          </a:r>
        </a:p>
      </dsp:txBody>
      <dsp:txXfrm rot="-5400000">
        <a:off x="1" y="3374724"/>
        <a:ext cx="1895914" cy="812535"/>
      </dsp:txXfrm>
    </dsp:sp>
    <dsp:sp modelId="{227DCF47-479E-4737-B610-A2670A2CC89B}">
      <dsp:nvSpPr>
        <dsp:cNvPr id="0" name=""/>
        <dsp:cNvSpPr/>
      </dsp:nvSpPr>
      <dsp:spPr>
        <a:xfrm rot="5400000">
          <a:off x="5117899" y="-795216"/>
          <a:ext cx="1760492" cy="820446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noProof="1"/>
            <a:t>Menor cantidad de tutoriales.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noProof="1"/>
            <a:t>En proyectos grandes se puede quedar corto.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2100" kern="1200" noProof="1"/>
        </a:p>
      </dsp:txBody>
      <dsp:txXfrm rot="-5400000">
        <a:off x="1895915" y="2512708"/>
        <a:ext cx="8118521" cy="15886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9DA77-2E01-496E-B2E2-EECED66AD631}">
      <dsp:nvSpPr>
        <dsp:cNvPr id="0" name=""/>
        <dsp:cNvSpPr/>
      </dsp:nvSpPr>
      <dsp:spPr>
        <a:xfrm rot="5400000">
          <a:off x="-406267" y="407073"/>
          <a:ext cx="2708449" cy="189591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Experiencia de desarrollo</a:t>
          </a:r>
        </a:p>
      </dsp:txBody>
      <dsp:txXfrm rot="-5400000">
        <a:off x="1" y="948762"/>
        <a:ext cx="1895914" cy="812535"/>
      </dsp:txXfrm>
    </dsp:sp>
    <dsp:sp modelId="{09DF66CB-EF85-4C01-9988-33897ECA2156}">
      <dsp:nvSpPr>
        <dsp:cNvPr id="0" name=""/>
        <dsp:cNvSpPr/>
      </dsp:nvSpPr>
      <dsp:spPr>
        <a:xfrm rot="5400000">
          <a:off x="5117899" y="-3221178"/>
          <a:ext cx="1760492" cy="820446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 err="1"/>
            <a:t>Especializado</a:t>
          </a:r>
          <a:r>
            <a:rPr lang="en-GB" sz="2400" kern="1200" dirty="0"/>
            <a:t> </a:t>
          </a:r>
          <a:r>
            <a:rPr lang="en-GB" sz="2400" kern="1200" dirty="0" err="1"/>
            <a:t>en</a:t>
          </a:r>
          <a:r>
            <a:rPr lang="en-GB" sz="2400" kern="1200" dirty="0"/>
            <a:t> 2D. 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Desarrollo </a:t>
          </a:r>
          <a:r>
            <a:rPr lang="en-GB" sz="2400" kern="1200" dirty="0" err="1"/>
            <a:t>muy</a:t>
          </a:r>
          <a:r>
            <a:rPr lang="en-GB" sz="2400" kern="1200" dirty="0"/>
            <a:t> </a:t>
          </a:r>
          <a:r>
            <a:rPr lang="en-GB" sz="2400" kern="1200" dirty="0" err="1"/>
            <a:t>ágil</a:t>
          </a:r>
          <a:r>
            <a:rPr lang="en-GB" sz="2400" kern="1200" dirty="0"/>
            <a:t>. 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 err="1"/>
            <a:t>Herramientas</a:t>
          </a:r>
          <a:r>
            <a:rPr lang="en-GB" sz="2400" kern="1200" dirty="0"/>
            <a:t> </a:t>
          </a:r>
          <a:r>
            <a:rPr lang="en-GB" sz="2400" kern="1200" dirty="0" err="1"/>
            <a:t>muy</a:t>
          </a:r>
          <a:r>
            <a:rPr lang="en-GB" sz="2400" kern="1200" dirty="0"/>
            <a:t> </a:t>
          </a:r>
          <a:r>
            <a:rPr lang="en-GB" sz="2400" kern="1200" dirty="0" err="1"/>
            <a:t>enfocadas</a:t>
          </a:r>
          <a:r>
            <a:rPr lang="en-GB" sz="2400" kern="1200" dirty="0"/>
            <a:t> al </a:t>
          </a:r>
          <a:r>
            <a:rPr lang="en-GB" sz="2400" kern="1200" dirty="0" err="1"/>
            <a:t>género</a:t>
          </a:r>
          <a:r>
            <a:rPr lang="en-GB" sz="2400" kern="1200" dirty="0"/>
            <a:t>.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noProof="1"/>
            <a:t>Perfecto para proyectos pequeños y simples.</a:t>
          </a:r>
        </a:p>
      </dsp:txBody>
      <dsp:txXfrm rot="-5400000">
        <a:off x="1895915" y="86746"/>
        <a:ext cx="8118521" cy="1588612"/>
      </dsp:txXfrm>
    </dsp:sp>
    <dsp:sp modelId="{7A1ECF3B-273D-4769-AA07-683C8350744B}">
      <dsp:nvSpPr>
        <dsp:cNvPr id="0" name=""/>
        <dsp:cNvSpPr/>
      </dsp:nvSpPr>
      <dsp:spPr>
        <a:xfrm rot="5400000">
          <a:off x="-406267" y="2833035"/>
          <a:ext cx="2708449" cy="1895914"/>
        </a:xfrm>
        <a:prstGeom prst="chevron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1"/>
            <a:t>Dificultades encontradas</a:t>
          </a:r>
        </a:p>
      </dsp:txBody>
      <dsp:txXfrm rot="-5400000">
        <a:off x="1" y="3374724"/>
        <a:ext cx="1895914" cy="812535"/>
      </dsp:txXfrm>
    </dsp:sp>
    <dsp:sp modelId="{DC1E52A4-F095-4A3B-A89F-24D72EB06D16}">
      <dsp:nvSpPr>
        <dsp:cNvPr id="0" name=""/>
        <dsp:cNvSpPr/>
      </dsp:nvSpPr>
      <dsp:spPr>
        <a:xfrm rot="5400000">
          <a:off x="5117899" y="-795216"/>
          <a:ext cx="1760492" cy="820446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Más </a:t>
          </a:r>
          <a:r>
            <a:rPr lang="en-GB" sz="2400" kern="1200" dirty="0" err="1"/>
            <a:t>trabajo</a:t>
          </a:r>
          <a:r>
            <a:rPr lang="en-GB" sz="2400" kern="1200" dirty="0"/>
            <a:t> manual. 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 err="1"/>
            <a:t>Arquitectura</a:t>
          </a:r>
          <a:r>
            <a:rPr lang="en-GB" sz="2400" kern="1200" dirty="0"/>
            <a:t> </a:t>
          </a:r>
          <a:r>
            <a:rPr lang="en-GB" sz="2400" kern="1200" dirty="0" err="1"/>
            <a:t>menos</a:t>
          </a:r>
          <a:r>
            <a:rPr lang="en-GB" sz="2400" kern="1200" dirty="0"/>
            <a:t> </a:t>
          </a:r>
          <a:r>
            <a:rPr lang="en-GB" sz="2400" kern="1200" dirty="0" err="1"/>
            <a:t>escalable</a:t>
          </a:r>
          <a:r>
            <a:rPr lang="en-GB" sz="2400" kern="1200" dirty="0"/>
            <a:t>. </a:t>
          </a:r>
          <a:endParaRPr lang="es-ES" sz="2400" kern="1200" noProof="1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Menos </a:t>
          </a:r>
          <a:r>
            <a:rPr lang="en-GB" sz="2400" kern="1200" dirty="0" err="1"/>
            <a:t>recursos</a:t>
          </a:r>
          <a:r>
            <a:rPr lang="en-GB" sz="2400" kern="1200" dirty="0"/>
            <a:t> </a:t>
          </a:r>
          <a:r>
            <a:rPr lang="en-GB" sz="2400" kern="1200" dirty="0" err="1"/>
            <a:t>disponibles</a:t>
          </a:r>
          <a:r>
            <a:rPr lang="en-GB" sz="2400" kern="1200" dirty="0"/>
            <a:t>.</a:t>
          </a:r>
          <a:endParaRPr lang="es-ES" sz="2400" kern="1200" noProof="1"/>
        </a:p>
      </dsp:txBody>
      <dsp:txXfrm rot="-5400000">
        <a:off x="1895915" y="2512708"/>
        <a:ext cx="8118521" cy="158861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796EE-AA90-4F70-B798-A464BFE7C9BF}">
      <dsp:nvSpPr>
        <dsp:cNvPr id="0" name=""/>
        <dsp:cNvSpPr/>
      </dsp:nvSpPr>
      <dsp:spPr>
        <a:xfrm>
          <a:off x="1125824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General</a:t>
          </a:r>
        </a:p>
      </dsp:txBody>
      <dsp:txXfrm>
        <a:off x="1150171" y="27513"/>
        <a:ext cx="1613871" cy="782588"/>
      </dsp:txXfrm>
    </dsp:sp>
    <dsp:sp modelId="{40CD7C2D-32D7-4751-B21D-D00A8F7C7797}">
      <dsp:nvSpPr>
        <dsp:cNvPr id="0" name=""/>
        <dsp:cNvSpPr/>
      </dsp:nvSpPr>
      <dsp:spPr>
        <a:xfrm>
          <a:off x="1292080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DCDE1A-34EE-4976-AE21-7E9F6EC32FCF}">
      <dsp:nvSpPr>
        <dsp:cNvPr id="0" name=""/>
        <dsp:cNvSpPr/>
      </dsp:nvSpPr>
      <dsp:spPr>
        <a:xfrm>
          <a:off x="1458337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El mejor motor depende del contexto.</a:t>
          </a:r>
        </a:p>
      </dsp:txBody>
      <dsp:txXfrm>
        <a:off x="1482684" y="1066617"/>
        <a:ext cx="1281358" cy="782588"/>
      </dsp:txXfrm>
    </dsp:sp>
    <dsp:sp modelId="{5C4F3107-8D19-4F4D-9595-B28E9E86307A}">
      <dsp:nvSpPr>
        <dsp:cNvPr id="0" name=""/>
        <dsp:cNvSpPr/>
      </dsp:nvSpPr>
      <dsp:spPr>
        <a:xfrm>
          <a:off x="1292080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4B64BA-5E0F-4410-9CFD-EB9435FBE886}">
      <dsp:nvSpPr>
        <dsp:cNvPr id="0" name=""/>
        <dsp:cNvSpPr/>
      </dsp:nvSpPr>
      <dsp:spPr>
        <a:xfrm>
          <a:off x="1458337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71424"/>
              <a:satOff val="-2086"/>
              <a:lumOff val="-3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Todos son opciones solidas.</a:t>
          </a:r>
        </a:p>
      </dsp:txBody>
      <dsp:txXfrm>
        <a:off x="1482684" y="2105720"/>
        <a:ext cx="1281358" cy="782588"/>
      </dsp:txXfrm>
    </dsp:sp>
    <dsp:sp modelId="{3DE8595C-3CBD-4A80-AB72-170937B8C76B}">
      <dsp:nvSpPr>
        <dsp:cNvPr id="0" name=""/>
        <dsp:cNvSpPr/>
      </dsp:nvSpPr>
      <dsp:spPr>
        <a:xfrm>
          <a:off x="1292080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485E90-BA9D-4F78-8CA2-EE5941E76C55}">
      <dsp:nvSpPr>
        <dsp:cNvPr id="0" name=""/>
        <dsp:cNvSpPr/>
      </dsp:nvSpPr>
      <dsp:spPr>
        <a:xfrm>
          <a:off x="1458337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42848"/>
              <a:satOff val="-4172"/>
              <a:lumOff val="-7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Todos tienen una buena documentación.</a:t>
          </a:r>
        </a:p>
      </dsp:txBody>
      <dsp:txXfrm>
        <a:off x="1482684" y="3144824"/>
        <a:ext cx="1281358" cy="782588"/>
      </dsp:txXfrm>
    </dsp:sp>
    <dsp:sp modelId="{F6403A95-3367-4361-885E-A04908728A73}">
      <dsp:nvSpPr>
        <dsp:cNvPr id="0" name=""/>
        <dsp:cNvSpPr/>
      </dsp:nvSpPr>
      <dsp:spPr>
        <a:xfrm>
          <a:off x="1292080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6B77DA-8221-49D1-8C0E-22DFFB5F07E0}">
      <dsp:nvSpPr>
        <dsp:cNvPr id="0" name=""/>
        <dsp:cNvSpPr/>
      </dsp:nvSpPr>
      <dsp:spPr>
        <a:xfrm>
          <a:off x="1458337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414272"/>
              <a:satOff val="-6258"/>
              <a:lumOff val="-10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Todos tienen una buena comunidad.</a:t>
          </a:r>
        </a:p>
      </dsp:txBody>
      <dsp:txXfrm>
        <a:off x="1482684" y="4183927"/>
        <a:ext cx="1281358" cy="782588"/>
      </dsp:txXfrm>
    </dsp:sp>
    <dsp:sp modelId="{9231DB6C-C6C9-48E2-8AF8-99FA7F31E6C4}">
      <dsp:nvSpPr>
        <dsp:cNvPr id="0" name=""/>
        <dsp:cNvSpPr/>
      </dsp:nvSpPr>
      <dsp:spPr>
        <a:xfrm>
          <a:off x="3204031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Unity</a:t>
          </a:r>
        </a:p>
      </dsp:txBody>
      <dsp:txXfrm>
        <a:off x="3228378" y="27513"/>
        <a:ext cx="1613871" cy="782588"/>
      </dsp:txXfrm>
    </dsp:sp>
    <dsp:sp modelId="{7064143C-A836-4513-B168-2CBDF4F1DAD5}">
      <dsp:nvSpPr>
        <dsp:cNvPr id="0" name=""/>
        <dsp:cNvSpPr/>
      </dsp:nvSpPr>
      <dsp:spPr>
        <a:xfrm>
          <a:off x="3370287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C0A1D-5183-4135-90DF-EE12369D6E7A}">
      <dsp:nvSpPr>
        <dsp:cNvPr id="0" name=""/>
        <dsp:cNvSpPr/>
      </dsp:nvSpPr>
      <dsp:spPr>
        <a:xfrm>
          <a:off x="3536544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885696"/>
              <a:satOff val="-8343"/>
              <a:lumOff val="-1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Muchos tutoriales.</a:t>
          </a:r>
        </a:p>
      </dsp:txBody>
      <dsp:txXfrm>
        <a:off x="3560891" y="1066617"/>
        <a:ext cx="1281358" cy="782588"/>
      </dsp:txXfrm>
    </dsp:sp>
    <dsp:sp modelId="{20D54325-1506-4700-A4B8-05131BCF77C1}">
      <dsp:nvSpPr>
        <dsp:cNvPr id="0" name=""/>
        <dsp:cNvSpPr/>
      </dsp:nvSpPr>
      <dsp:spPr>
        <a:xfrm>
          <a:off x="3370287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76711-BBB4-460E-8F43-7E1B891D4321}">
      <dsp:nvSpPr>
        <dsp:cNvPr id="0" name=""/>
        <dsp:cNvSpPr/>
      </dsp:nvSpPr>
      <dsp:spPr>
        <a:xfrm>
          <a:off x="3536544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357120"/>
              <a:satOff val="-10429"/>
              <a:lumOff val="-17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Comisión tras cierto beneficio anual.</a:t>
          </a:r>
        </a:p>
      </dsp:txBody>
      <dsp:txXfrm>
        <a:off x="3560891" y="2105720"/>
        <a:ext cx="1281358" cy="782588"/>
      </dsp:txXfrm>
    </dsp:sp>
    <dsp:sp modelId="{10EB5672-7E8C-4D2C-93A5-F08E5ED1F4BA}">
      <dsp:nvSpPr>
        <dsp:cNvPr id="0" name=""/>
        <dsp:cNvSpPr/>
      </dsp:nvSpPr>
      <dsp:spPr>
        <a:xfrm>
          <a:off x="3370287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10C961-0CD8-454F-9371-6286F5343CC7}">
      <dsp:nvSpPr>
        <dsp:cNvPr id="0" name=""/>
        <dsp:cNvSpPr/>
      </dsp:nvSpPr>
      <dsp:spPr>
        <a:xfrm>
          <a:off x="3536544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828544"/>
              <a:satOff val="-12515"/>
              <a:lumOff val="-21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Ecosistema más completo y escalable.</a:t>
          </a:r>
        </a:p>
      </dsp:txBody>
      <dsp:txXfrm>
        <a:off x="3560891" y="3144824"/>
        <a:ext cx="1281358" cy="782588"/>
      </dsp:txXfrm>
    </dsp:sp>
    <dsp:sp modelId="{82143F3E-363C-413A-BDEC-CBA75853D3B1}">
      <dsp:nvSpPr>
        <dsp:cNvPr id="0" name=""/>
        <dsp:cNvSpPr/>
      </dsp:nvSpPr>
      <dsp:spPr>
        <a:xfrm>
          <a:off x="3370287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A8ADB5-0AC9-4725-822D-B4EBCDC43432}">
      <dsp:nvSpPr>
        <dsp:cNvPr id="0" name=""/>
        <dsp:cNvSpPr/>
      </dsp:nvSpPr>
      <dsp:spPr>
        <a:xfrm>
          <a:off x="3536544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Muchas herramientas out of the box.</a:t>
          </a:r>
        </a:p>
      </dsp:txBody>
      <dsp:txXfrm>
        <a:off x="3560891" y="4183927"/>
        <a:ext cx="1281358" cy="782588"/>
      </dsp:txXfrm>
    </dsp:sp>
    <dsp:sp modelId="{75D3EB81-F357-445F-98FC-4A455BF44FE0}">
      <dsp:nvSpPr>
        <dsp:cNvPr id="0" name=""/>
        <dsp:cNvSpPr/>
      </dsp:nvSpPr>
      <dsp:spPr>
        <a:xfrm>
          <a:off x="5282238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Godot</a:t>
          </a:r>
        </a:p>
      </dsp:txBody>
      <dsp:txXfrm>
        <a:off x="5306585" y="27513"/>
        <a:ext cx="1613871" cy="782588"/>
      </dsp:txXfrm>
    </dsp:sp>
    <dsp:sp modelId="{CAFBB3D6-2FEC-44FB-B52E-7236A5AC0425}">
      <dsp:nvSpPr>
        <dsp:cNvPr id="0" name=""/>
        <dsp:cNvSpPr/>
      </dsp:nvSpPr>
      <dsp:spPr>
        <a:xfrm>
          <a:off x="5448494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19AE-5AB2-4FB8-8910-67BA8EAC409E}">
      <dsp:nvSpPr>
        <dsp:cNvPr id="0" name=""/>
        <dsp:cNvSpPr/>
      </dsp:nvSpPr>
      <dsp:spPr>
        <a:xfrm>
          <a:off x="5614751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771393"/>
              <a:satOff val="-16687"/>
              <a:lumOff val="-28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Simple, ligero y buena capacidad técnica.</a:t>
          </a:r>
        </a:p>
      </dsp:txBody>
      <dsp:txXfrm>
        <a:off x="5639098" y="1066617"/>
        <a:ext cx="1281358" cy="782588"/>
      </dsp:txXfrm>
    </dsp:sp>
    <dsp:sp modelId="{431BD64B-D4C1-4098-B0B6-DD040A875D01}">
      <dsp:nvSpPr>
        <dsp:cNvPr id="0" name=""/>
        <dsp:cNvSpPr/>
      </dsp:nvSpPr>
      <dsp:spPr>
        <a:xfrm>
          <a:off x="5448494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744EB9-2C34-498A-92E5-770DBCE0D7F4}">
      <dsp:nvSpPr>
        <dsp:cNvPr id="0" name=""/>
        <dsp:cNvSpPr/>
      </dsp:nvSpPr>
      <dsp:spPr>
        <a:xfrm>
          <a:off x="5614751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242816"/>
              <a:satOff val="-18773"/>
              <a:lumOff val="-31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Completamente gratuito (open source).</a:t>
          </a:r>
        </a:p>
      </dsp:txBody>
      <dsp:txXfrm>
        <a:off x="5639098" y="2105720"/>
        <a:ext cx="1281358" cy="782588"/>
      </dsp:txXfrm>
    </dsp:sp>
    <dsp:sp modelId="{CAD82696-1651-4811-ACB9-5232453B1B1C}">
      <dsp:nvSpPr>
        <dsp:cNvPr id="0" name=""/>
        <dsp:cNvSpPr/>
      </dsp:nvSpPr>
      <dsp:spPr>
        <a:xfrm>
          <a:off x="5448494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52E84A-7661-409F-833A-1D2F46672807}">
      <dsp:nvSpPr>
        <dsp:cNvPr id="0" name=""/>
        <dsp:cNvSpPr/>
      </dsp:nvSpPr>
      <dsp:spPr>
        <a:xfrm>
          <a:off x="5614751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714241"/>
              <a:satOff val="-20859"/>
              <a:lumOff val="-35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Varias herramientas out of the box.</a:t>
          </a:r>
        </a:p>
      </dsp:txBody>
      <dsp:txXfrm>
        <a:off x="5639098" y="3144824"/>
        <a:ext cx="1281358" cy="782588"/>
      </dsp:txXfrm>
    </dsp:sp>
    <dsp:sp modelId="{67258E77-C380-4B5D-848F-A3FC3F147557}">
      <dsp:nvSpPr>
        <dsp:cNvPr id="0" name=""/>
        <dsp:cNvSpPr/>
      </dsp:nvSpPr>
      <dsp:spPr>
        <a:xfrm>
          <a:off x="7360445" y="3166"/>
          <a:ext cx="1662565" cy="831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noProof="1"/>
            <a:t>GameMaker</a:t>
          </a:r>
        </a:p>
      </dsp:txBody>
      <dsp:txXfrm>
        <a:off x="7384792" y="27513"/>
        <a:ext cx="1613871" cy="782588"/>
      </dsp:txXfrm>
    </dsp:sp>
    <dsp:sp modelId="{759C3668-3315-4534-8A38-705C484ACF40}">
      <dsp:nvSpPr>
        <dsp:cNvPr id="0" name=""/>
        <dsp:cNvSpPr/>
      </dsp:nvSpPr>
      <dsp:spPr>
        <a:xfrm>
          <a:off x="7526701" y="834449"/>
          <a:ext cx="166256" cy="623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462"/>
              </a:lnTo>
              <a:lnTo>
                <a:pt x="166256" y="6234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12804-14A1-4EA7-BE3F-8F9A7B817320}">
      <dsp:nvSpPr>
        <dsp:cNvPr id="0" name=""/>
        <dsp:cNvSpPr/>
      </dsp:nvSpPr>
      <dsp:spPr>
        <a:xfrm>
          <a:off x="7692958" y="104227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85665"/>
              <a:satOff val="-22944"/>
              <a:lumOff val="-38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Optimizado para 2D.</a:t>
          </a:r>
        </a:p>
      </dsp:txBody>
      <dsp:txXfrm>
        <a:off x="7717305" y="1066617"/>
        <a:ext cx="1281358" cy="782588"/>
      </dsp:txXfrm>
    </dsp:sp>
    <dsp:sp modelId="{5992AFBC-2E2A-4467-ABC3-CE77EF6F7026}">
      <dsp:nvSpPr>
        <dsp:cNvPr id="0" name=""/>
        <dsp:cNvSpPr/>
      </dsp:nvSpPr>
      <dsp:spPr>
        <a:xfrm>
          <a:off x="7526701" y="834449"/>
          <a:ext cx="166256" cy="166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565"/>
              </a:lnTo>
              <a:lnTo>
                <a:pt x="166256" y="166256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064C6B-2A42-4BAC-8EAA-A954BAC2EF3F}">
      <dsp:nvSpPr>
        <dsp:cNvPr id="0" name=""/>
        <dsp:cNvSpPr/>
      </dsp:nvSpPr>
      <dsp:spPr>
        <a:xfrm>
          <a:off x="7692958" y="2081373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657089"/>
              <a:satOff val="-25030"/>
              <a:lumOff val="-42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Visual scripting.</a:t>
          </a:r>
        </a:p>
      </dsp:txBody>
      <dsp:txXfrm>
        <a:off x="7717305" y="2105720"/>
        <a:ext cx="1281358" cy="782588"/>
      </dsp:txXfrm>
    </dsp:sp>
    <dsp:sp modelId="{1385B882-2F74-468A-B76A-44CDE75B024D}">
      <dsp:nvSpPr>
        <dsp:cNvPr id="0" name=""/>
        <dsp:cNvSpPr/>
      </dsp:nvSpPr>
      <dsp:spPr>
        <a:xfrm>
          <a:off x="7526701" y="834449"/>
          <a:ext cx="166256" cy="270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1668"/>
              </a:lnTo>
              <a:lnTo>
                <a:pt x="166256" y="270166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D55A1-647B-409E-9EE7-03C45C22F57D}">
      <dsp:nvSpPr>
        <dsp:cNvPr id="0" name=""/>
        <dsp:cNvSpPr/>
      </dsp:nvSpPr>
      <dsp:spPr>
        <a:xfrm>
          <a:off x="7692958" y="3120477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128513"/>
              <a:satOff val="-27116"/>
              <a:lumOff val="-455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Desarrolla juegos rápidamente pero con menor flexibilidad arquitectónica.</a:t>
          </a:r>
        </a:p>
      </dsp:txBody>
      <dsp:txXfrm>
        <a:off x="7717305" y="3144824"/>
        <a:ext cx="1281358" cy="782588"/>
      </dsp:txXfrm>
    </dsp:sp>
    <dsp:sp modelId="{8FEC9EE8-6502-40DC-81B2-2FF61B7D933F}">
      <dsp:nvSpPr>
        <dsp:cNvPr id="0" name=""/>
        <dsp:cNvSpPr/>
      </dsp:nvSpPr>
      <dsp:spPr>
        <a:xfrm>
          <a:off x="7526701" y="834449"/>
          <a:ext cx="166256" cy="3740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0772"/>
              </a:lnTo>
              <a:lnTo>
                <a:pt x="166256" y="37407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6BCE34-5248-4476-8FB4-91A6E581D60C}">
      <dsp:nvSpPr>
        <dsp:cNvPr id="0" name=""/>
        <dsp:cNvSpPr/>
      </dsp:nvSpPr>
      <dsp:spPr>
        <a:xfrm>
          <a:off x="7692958" y="4159580"/>
          <a:ext cx="1330052" cy="831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noProof="1"/>
            <a:t>Un par de herramientas out of the box.</a:t>
          </a:r>
        </a:p>
      </dsp:txBody>
      <dsp:txXfrm>
        <a:off x="7717305" y="4183927"/>
        <a:ext cx="1281358" cy="782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A9120-1509-4853-AF32-FE6F0D23F85D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24FAF-01EC-4CDF-BC39-A0055B9030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54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24FAF-01EC-4CDF-BC39-A0055B90306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768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24FAF-01EC-4CDF-BC39-A0055B90306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987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3B87-3196-F151-333C-AB801FA2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23903-9176-EB4D-A02A-2FD62135B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68557-0F9B-0D7B-9307-FB6A5A23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2CAF3-9BD4-E60B-8A66-6A6E0CCCA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691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B679-9036-88A8-BF79-43D6582F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58BFA-3C7A-51C0-1F97-6BC6B8896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14210-3F50-D900-764F-CA08BFF18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CEC32-3084-8222-B41A-E7835089C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37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FB9C-E49A-9F7D-C764-772520F0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E334D-62E4-FE74-6087-1EB3652AE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71551-B70C-8552-AA03-2BA243ADF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24D0-5063-3E14-7B82-8B73DBA51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902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C0C0-4002-6579-E513-B7F3D9B9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4DCD0-697F-EFCA-571D-F965D0D92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B86E1-5761-F368-DFFF-4A8FE7E6D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B6AC-8F55-2134-A7BC-D57FFE24A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835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24FAF-01EC-4CDF-BC39-A0055B90306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239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24FAF-01EC-4CDF-BC39-A0055B90306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72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24FAF-01EC-4CDF-BC39-A0055B90306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05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C2A3-31E2-C39A-C6EE-6CC8B84E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4BFB3-E3BF-3D09-84F0-A043CADA4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84D6F-4EAB-535B-1974-B6FF6610C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35053-D284-E0FB-A1D4-C50232759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808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28E5-E6F7-DE84-7B98-572B7660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3BEE8-71BD-DBA7-7DDE-35CD15871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9C181-F626-BC71-4D29-6F0AC3443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82685-D855-37F6-0AE0-B9E0A79F3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618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9796-B8D3-D9C0-2FF4-4483684A6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66F8E-1D9C-A650-A4BD-C68F694BD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A5836-7DD8-2C20-657C-95F210607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FBEAC-0F67-4C5A-AEDB-9422033D5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3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5E50-3D8D-CEE4-1A3B-8E833D8C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B80A6-5808-B7F4-665A-D0900B662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680E3-09D7-05C3-E39D-0E2CDF3B9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DD188-7384-D436-5EB0-95455535E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024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0B778-E554-72CC-58EC-0E3CA6AD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59B73-E52A-EF21-10B7-47C20A441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AA59A-3FF9-3037-FC7F-1AFF7D4E4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99F31-2E26-F7AB-41E4-0711B3588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821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D66F-6F78-5112-CA3C-084DF835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90E59-ECD4-0224-1FE4-61D664323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95C4B-6BD3-682A-A2A1-79B2082E1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B123C-F1A4-E4D1-11D5-ACA54F9CE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24FAF-01EC-4CDF-BC39-A0055B90306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76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7B28-4C94-F352-FBA9-DC3DF4596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6AA6C-3D84-9E36-564C-6195F89F7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EDEAD-0875-6EF0-6AAB-C2E3A420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C6D1F-8288-C542-6B1F-DD9A2B4D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4ECB3-941E-9609-58BA-01F331C8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73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C53D-3657-C9EB-F5D9-A3B7096B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3F62-90B1-2EE5-E5DF-CCECF4CEB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DF989-C5A2-A268-CD5D-59EC35B1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0CB27-988A-A543-1F91-C336CF15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A906-6177-02FB-9B68-95FB893E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0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607C-157A-A76A-DE19-0B705FDE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6446F-DF51-EC17-5C99-7F7DEA383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D54AB-A7C3-441B-91C8-73970C11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8E1C4-7EFA-783B-33DA-BD4A325E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9FDA5-59D5-FF41-F1A7-EC3ACE37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8033-D9DA-2FAB-36B7-886016C5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3491-7FFB-9E55-FDF6-BEE81074C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779E7-05D1-1808-A296-20360BB43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E5A32-1902-8DF5-AD69-A4F896BC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5FD69-5B89-C5BC-3E69-351756C3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3B08E-AAB2-CA7D-83D7-8680B146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98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C1CC-A485-4D0A-47B6-EEE9DCB5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3FE6C-B873-BEA7-77ED-E2B4A086D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6BD41-0162-6191-8341-CF8DA47D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4C8D2-42EB-80E1-74D9-65AFC81C7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A5C30-AD6E-5D28-A288-1599AF1AA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652C3-9672-53E4-2300-8EED5F5F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DF67A9-544A-9067-0E2C-2B973C19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73605A-F6E9-EC49-52B3-A58EE12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23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81EA7-275F-174A-152B-B1216E91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3C28E-D31D-D524-FE62-C7C7B7F0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7DABA-AA78-D9CD-5884-260CEDEB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9FE3E-27D9-EC10-9A2B-F3980334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4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218DCF-EE0B-25D3-8A63-FDC94A54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F9341-077A-997E-E387-4FA0EBD2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BA79D-6583-799D-294F-FF7FE68E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86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CE2F-BD01-41AD-6050-BFC51894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9547-D9BE-0D76-0FE5-0DFB8E660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548B9-7F4B-C43C-A72D-15366C5C5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960D3-C42B-C120-7180-EF62053A4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96F9F-002D-5DD7-6090-EA66A79B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42EA9-A869-E03A-340F-1902B087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11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1C02-854F-313A-DDE3-79C40AA1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038A0-28F6-238A-610E-9966FBBE7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11A2E-857C-418A-9210-7861A6DA6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76D2B-2F24-C986-265C-6474C4FA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39D6A-73AA-B1B0-B4BA-C5A88897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29D1C-9281-5C78-BC5C-F07F50ED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78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2810C-B78B-9D15-FB1F-5DE4BB53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5E6A7-59DF-B02A-5F0D-DDD10E2B9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0BC7-E5FA-74BD-F71E-A54CD3D3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5AB6A-7FC3-A6D2-54DC-60524473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0F0F-6B85-A9A6-3E5B-50B850AE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3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E4033-44F0-C086-A02B-5AF73A18B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88733-977A-8E5C-5F32-2FC23B19B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55D2B-EB1F-E1A0-2C2B-345D122E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8CA33-4DF7-DE06-8C09-57A1AC14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31D4-959F-83ED-3157-FE0D5F3D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98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112B8-34C9-AB6D-9C8A-E733615E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5232C-C37E-7DD9-B526-6E176EC3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45549-713A-4F6F-EA47-BCB3D8032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20849-9FA4-4C92-9226-6F102891F30F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0F290-E6FE-CFA9-34D8-BC0E9A2B2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18002-1336-6A24-ADD1-8EDE420B0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69BFE-3DCF-41AB-ABA8-F4DB84BCB1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39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10" Type="http://schemas.openxmlformats.org/officeDocument/2006/relationships/image" Target="../media/image10.png"/><Relationship Id="rId4" Type="http://schemas.openxmlformats.org/officeDocument/2006/relationships/diagramData" Target="../diagrams/data7.xm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10" Type="http://schemas.openxmlformats.org/officeDocument/2006/relationships/image" Target="../media/image6.png"/><Relationship Id="rId4" Type="http://schemas.openxmlformats.org/officeDocument/2006/relationships/diagramData" Target="../diagrams/data13.xml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10" Type="http://schemas.openxmlformats.org/officeDocument/2006/relationships/image" Target="../media/image7.png"/><Relationship Id="rId4" Type="http://schemas.openxmlformats.org/officeDocument/2006/relationships/diagramData" Target="../diagrams/data14.xml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10" Type="http://schemas.openxmlformats.org/officeDocument/2006/relationships/image" Target="../media/image8.png"/><Relationship Id="rId4" Type="http://schemas.openxmlformats.org/officeDocument/2006/relationships/diagramData" Target="../diagrams/data15.xml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10" Type="http://schemas.openxmlformats.org/officeDocument/2006/relationships/image" Target="../media/image7.png"/><Relationship Id="rId4" Type="http://schemas.openxmlformats.org/officeDocument/2006/relationships/diagramData" Target="../diagrams/data16.xml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-GVpCSTSQQ?feature=oembed" TargetMode="Externa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rY6GWL88qU?feature=oembed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NsrjworuXw?feature=oembed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21.jpe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21C0C-BFC6-4D86-1481-AA3050A018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-1" b="1570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B11B9D-0337-5E04-2B04-BAFA5A146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 fontScale="90000"/>
          </a:bodyPr>
          <a:lstStyle/>
          <a:p>
            <a:r>
              <a:rPr lang="es-ES" sz="6600" noProof="1">
                <a:solidFill>
                  <a:schemeClr val="bg1"/>
                </a:solidFill>
              </a:rPr>
              <a:t>Unity, Godot y GameMaker: Una comparativa del desarrollo de juegos en 2D.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E15D2-D6F1-FD60-D374-A35271465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s-ES" noProof="1">
                <a:solidFill>
                  <a:schemeClr val="bg1"/>
                </a:solidFill>
              </a:rPr>
              <a:t>Por: Gabriel Sánchez López</a:t>
            </a:r>
          </a:p>
          <a:p>
            <a:r>
              <a:rPr lang="es-ES" noProof="1">
                <a:solidFill>
                  <a:schemeClr val="bg1"/>
                </a:solidFill>
              </a:rPr>
              <a:t>Tutor: Jordi Roig Vilaseca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3167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8D32-6451-6E27-19D0-2634082E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Objetivos del proyecto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E7C784-E510-70AC-5656-4C5083AB0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1025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867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E62DC-5B35-3D4A-2EF0-013ACBF7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A214-FD84-DC5A-6218-EB80F0C0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Otras maneras de desarrollar juegos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B5E0DE-E99A-CC30-0C5E-B5F869F3E2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455871"/>
              </p:ext>
            </p:extLst>
          </p:nvPr>
        </p:nvGraphicFramePr>
        <p:xfrm>
          <a:off x="-812800" y="2294531"/>
          <a:ext cx="8747760" cy="4198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B105D76-9413-A440-922E-95A72908CA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8400" y="1798320"/>
            <a:ext cx="4450080" cy="2357755"/>
          </a:xfrm>
          <a:prstGeom prst="rect">
            <a:avLst/>
          </a:prstGeom>
        </p:spPr>
      </p:pic>
      <p:pic>
        <p:nvPicPr>
          <p:cNvPr id="5" name="Picture 4" descr="Balatro | Programas descargables Nintendo Switch | Juegos | Nintendo ES">
            <a:extLst>
              <a:ext uri="{FF2B5EF4-FFF2-40B4-BE49-F238E27FC236}">
                <a16:creationId xmlns:a16="http://schemas.microsoft.com/office/drawing/2014/main" id="{536CA8A3-38C2-611F-97DF-3B3144AEE7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8400" y="4135120"/>
            <a:ext cx="4450080" cy="23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0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01CEA-89F2-81BF-F33D-79EF4749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B90D-DD7E-8D8B-1119-F9EA21B5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Sobre los motores de videojuegos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42D761-3A62-E300-4DD5-F445B0DA6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703404"/>
              </p:ext>
            </p:extLst>
          </p:nvPr>
        </p:nvGraphicFramePr>
        <p:xfrm>
          <a:off x="3708400" y="1960881"/>
          <a:ext cx="802640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7E2B39D-7C92-F3B8-D2F4-8E463885CE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357" y="2226627"/>
            <a:ext cx="2989333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0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0E0D1-F362-2F3A-9F01-48E3053D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8828-F3C2-6B69-DE80-F1AF7223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Características de Unity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80531F-A3C2-F7C3-E629-3BE0B87697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243268"/>
              </p:ext>
            </p:extLst>
          </p:nvPr>
        </p:nvGraphicFramePr>
        <p:xfrm>
          <a:off x="838200" y="1799303"/>
          <a:ext cx="10515600" cy="4693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0558C68-C7DD-7F4C-6BAF-FCB05EC08F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6764" y="595363"/>
            <a:ext cx="973235" cy="9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4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D8AA8-8A75-AD0D-D63C-3FBB4517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521F-0E8A-EC00-FD36-EF652163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Características de Godot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3241A9-C74F-693D-ABCF-48E37F434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971607"/>
              </p:ext>
            </p:extLst>
          </p:nvPr>
        </p:nvGraphicFramePr>
        <p:xfrm>
          <a:off x="838200" y="1799303"/>
          <a:ext cx="10515600" cy="4693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77BFCAF-9B42-9695-4B05-608EC6E09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201" y="394621"/>
            <a:ext cx="1090511" cy="109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4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BBDEA-61A3-0B08-DC82-F8017615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F7AD-2686-5C3C-4EFE-11E2046B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Características de GameMaker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DE339D-552B-DBFE-3ABC-FB487D397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666968"/>
              </p:ext>
            </p:extLst>
          </p:nvPr>
        </p:nvGraphicFramePr>
        <p:xfrm>
          <a:off x="838200" y="1799303"/>
          <a:ext cx="10515600" cy="4693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Icon for GameMaker by Pi0h1.com">
            <a:extLst>
              <a:ext uri="{FF2B5EF4-FFF2-40B4-BE49-F238E27FC236}">
                <a16:creationId xmlns:a16="http://schemas.microsoft.com/office/drawing/2014/main" id="{4BEE79CC-6AB6-C096-2C6A-585E8AAC6A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441" y="554155"/>
            <a:ext cx="947502" cy="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9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FF830-DF4F-46E7-D9BF-512B42A3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0E51-B3DB-05DB-45A6-F7DBBB465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Sobre el juego desarrollado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63F3EB-D7B2-156F-FCC1-F305BF084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253499"/>
              </p:ext>
            </p:extLst>
          </p:nvPr>
        </p:nvGraphicFramePr>
        <p:xfrm>
          <a:off x="-1297535" y="1659060"/>
          <a:ext cx="10148835" cy="499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B0DFE28-0E47-EABF-4648-F6070B1A78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8400" y="1739328"/>
            <a:ext cx="4450079" cy="2357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505DBC-460D-275A-2F94-187B728701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8400" y="4076128"/>
            <a:ext cx="4450079" cy="23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8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882D6-1D47-BD56-954A-C63BF689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3BA3-FF4E-BAE0-2577-92DBE23C1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2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Criterios de comparación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9E61A85-9D49-0509-A745-2FE1C204A0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536804"/>
              </p:ext>
            </p:extLst>
          </p:nvPr>
        </p:nvGraphicFramePr>
        <p:xfrm>
          <a:off x="1147729" y="1582995"/>
          <a:ext cx="10100376" cy="5136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4EA0E93-7550-19C8-7443-AF9E311213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487" y="217785"/>
            <a:ext cx="978474" cy="97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8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F4A5C-0287-02D0-28A1-06DB192E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A6B-7DAE-9CD0-67E3-F2F23E1E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Comparativa de arquitectura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66E075-9021-02A3-AF77-FCDB8DF9F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672431"/>
              </p:ext>
            </p:extLst>
          </p:nvPr>
        </p:nvGraphicFramePr>
        <p:xfrm>
          <a:off x="511601" y="1626661"/>
          <a:ext cx="10148835" cy="499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818B731-4AAF-4305-26A4-E2624E7FB8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020" y="364057"/>
            <a:ext cx="875411" cy="87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1062B-9BFC-8FEE-553E-17F4EACA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AA47-000F-37A0-B40D-485F3AF9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Comparativa de lenguajes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8996ED-E4A6-97CE-11DD-D34466B1A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3571032"/>
              </p:ext>
            </p:extLst>
          </p:nvPr>
        </p:nvGraphicFramePr>
        <p:xfrm>
          <a:off x="511601" y="1626661"/>
          <a:ext cx="10148835" cy="499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F3938F7-B6B2-3DEB-4C4A-7A5680CBB1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490" y="0"/>
            <a:ext cx="1911005" cy="143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06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6C015-A4FA-CB7B-3103-B2261EE8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E1D3-D3B3-A30C-9F8D-D2D852C1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Comparativa de físicas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CCE047-0B00-6794-1552-92AB26010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250132"/>
              </p:ext>
            </p:extLst>
          </p:nvPr>
        </p:nvGraphicFramePr>
        <p:xfrm>
          <a:off x="511601" y="1626661"/>
          <a:ext cx="10148835" cy="499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Física - Iconos gratis de educación">
            <a:extLst>
              <a:ext uri="{FF2B5EF4-FFF2-40B4-BE49-F238E27FC236}">
                <a16:creationId xmlns:a16="http://schemas.microsoft.com/office/drawing/2014/main" id="{204E6CBE-B153-A967-D7F8-9B5BEAB1ED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226" y="392283"/>
            <a:ext cx="1015614" cy="10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3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A8535-6632-3907-39F9-67C1ED25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B693-03A3-C490-3B37-59987A47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Comparativa de Shaders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FC92E0-1591-09BC-ED74-FEBF6DEFE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742499"/>
              </p:ext>
            </p:extLst>
          </p:nvPr>
        </p:nvGraphicFramePr>
        <p:xfrm>
          <a:off x="511601" y="1626661"/>
          <a:ext cx="10148835" cy="499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2D9A4D2-66C0-0593-CBD8-569E967C1A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40" y="346370"/>
            <a:ext cx="1106057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2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64907-4C15-F5FD-CBB5-7D4B56AD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2F12-42F9-0512-38B9-349A7CF6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2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Desarrollo en Unity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0CB6FF8-C12E-3704-C651-C80D1EDDF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90142"/>
              </p:ext>
            </p:extLst>
          </p:nvPr>
        </p:nvGraphicFramePr>
        <p:xfrm>
          <a:off x="1147729" y="1582995"/>
          <a:ext cx="10100376" cy="5136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4A2EC7E-B80B-A3AB-E22E-B95D95B8CF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648784" y="354547"/>
            <a:ext cx="894431" cy="894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96FA36-0334-DB05-75E4-883ABE8DB2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6729" y="383894"/>
            <a:ext cx="865084" cy="86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10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ABF60-35E0-6B8C-F351-80FAE7B3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1037-4CC0-80BE-DA2A-B3AD8AC6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2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Desarrollo en Godot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0EA9392-2617-9B40-B7C2-509D0A64C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471909"/>
              </p:ext>
            </p:extLst>
          </p:nvPr>
        </p:nvGraphicFramePr>
        <p:xfrm>
          <a:off x="1147729" y="1582995"/>
          <a:ext cx="10100376" cy="5136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DD5132D-979E-8353-5141-A91B4DE05B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815930" y="354547"/>
            <a:ext cx="894431" cy="8944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EAA744-26CA-2C77-5C61-DB82202C4B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6212" y="256506"/>
            <a:ext cx="1090511" cy="109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68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1F32B-466D-103B-871F-F317917A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4715A-4D8E-5EA4-85FC-6FA847F4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2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Desarrollo en GameMaker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F19990D-8AF5-28BD-2A45-8E33DF7CA2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143526"/>
              </p:ext>
            </p:extLst>
          </p:nvPr>
        </p:nvGraphicFramePr>
        <p:xfrm>
          <a:off x="1147729" y="1582995"/>
          <a:ext cx="10100376" cy="5136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800B25-2C11-0CB2-77FE-233C98BF6E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7054797" y="344715"/>
            <a:ext cx="894431" cy="894431"/>
          </a:xfrm>
          <a:prstGeom prst="rect">
            <a:avLst/>
          </a:prstGeom>
        </p:spPr>
      </p:pic>
      <p:pic>
        <p:nvPicPr>
          <p:cNvPr id="4" name="Picture 3" descr="Icon for GameMaker by Pi0h1.com">
            <a:extLst>
              <a:ext uri="{FF2B5EF4-FFF2-40B4-BE49-F238E27FC236}">
                <a16:creationId xmlns:a16="http://schemas.microsoft.com/office/drawing/2014/main" id="{5176D9D8-7E01-EA97-6E1C-01669C3EDF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628" y="259185"/>
            <a:ext cx="947502" cy="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1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1378C-EDF7-03AE-0C2E-72870D98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C67C-F4BD-9CCA-F089-53C87636A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r>
              <a:rPr lang="es-ES" noProof="1">
                <a:solidFill>
                  <a:schemeClr val="bg1"/>
                </a:solidFill>
              </a:rPr>
              <a:t>Conclusiones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53D2D6-AA8C-FCD1-1C27-71540E0E5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409029"/>
              </p:ext>
            </p:extLst>
          </p:nvPr>
        </p:nvGraphicFramePr>
        <p:xfrm>
          <a:off x="-471625" y="1626661"/>
          <a:ext cx="10148835" cy="499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0AEE014-A458-783A-CD31-3B5AD92AA1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513" y="2371953"/>
            <a:ext cx="2970652" cy="1032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92465-F5A8-2B7E-580A-F696D92E37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0143" y="3404494"/>
            <a:ext cx="2211391" cy="221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46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F5195-D864-5152-DEDB-F24FB0C2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8460-F2A7-AAE8-A855-8503E01E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9199"/>
            <a:ext cx="10515600" cy="1325563"/>
          </a:xfrm>
        </p:spPr>
        <p:txBody>
          <a:bodyPr/>
          <a:lstStyle/>
          <a:p>
            <a:pPr algn="ctr"/>
            <a:r>
              <a:rPr lang="es-ES" noProof="1">
                <a:solidFill>
                  <a:schemeClr val="bg1"/>
                </a:solidFill>
              </a:rPr>
              <a:t>Uso de herramientas de Inteligencia Artificial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C6249D-AD18-B1A0-6124-11092F548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600" y="3164549"/>
            <a:ext cx="1897380" cy="1897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14ABBB-62DB-0E4D-CF61-A45514F03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374" y="3164549"/>
            <a:ext cx="1897380" cy="18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33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B252-F497-1D82-8B85-A3BB8804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1D1B-676F-3386-474F-68687E1C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pPr algn="ctr"/>
            <a:r>
              <a:rPr lang="es-ES" noProof="1">
                <a:solidFill>
                  <a:schemeClr val="bg1"/>
                </a:solidFill>
              </a:rPr>
              <a:t>Demostración del juego Unity</a:t>
            </a:r>
          </a:p>
        </p:txBody>
      </p:sp>
      <p:pic>
        <p:nvPicPr>
          <p:cNvPr id="4" name="Online Media 3" title="TFG Unity Space Game">
            <a:hlinkClick r:id="" action="ppaction://media"/>
            <a:extLst>
              <a:ext uri="{FF2B5EF4-FFF2-40B4-BE49-F238E27FC236}">
                <a16:creationId xmlns:a16="http://schemas.microsoft.com/office/drawing/2014/main" id="{042388F3-5BD1-840B-46DC-9CAA852060F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303638" y="1830162"/>
            <a:ext cx="5663380" cy="32704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650C26-7D7F-4848-CA09-D0D849CAF5A7}"/>
              </a:ext>
            </a:extLst>
          </p:cNvPr>
          <p:cNvSpPr/>
          <p:nvPr/>
        </p:nvSpPr>
        <p:spPr>
          <a:xfrm>
            <a:off x="3303637" y="1830162"/>
            <a:ext cx="5663379" cy="3270499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E36044-EC1C-EC22-7D6B-36EB1F02957F}"/>
              </a:ext>
            </a:extLst>
          </p:cNvPr>
          <p:cNvSpPr/>
          <p:nvPr/>
        </p:nvSpPr>
        <p:spPr>
          <a:xfrm>
            <a:off x="5860026" y="5110493"/>
            <a:ext cx="639097" cy="7003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798CC9-98F5-AD63-E389-556B6DC17433}"/>
              </a:ext>
            </a:extLst>
          </p:cNvPr>
          <p:cNvSpPr/>
          <p:nvPr/>
        </p:nvSpPr>
        <p:spPr>
          <a:xfrm>
            <a:off x="5456903" y="5624052"/>
            <a:ext cx="1435510" cy="2851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EF76E-A95A-BBE5-0A34-2C513FF39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123" y="398891"/>
            <a:ext cx="865084" cy="865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0397BD-E9CE-1979-1D1C-8F7FE9901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3891" y="414247"/>
            <a:ext cx="865084" cy="86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9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6F723-1EF2-5E3F-274E-561A8D09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nline Media 8" title="TFG Godot Space Game">
            <a:hlinkClick r:id="" action="ppaction://media"/>
            <a:extLst>
              <a:ext uri="{FF2B5EF4-FFF2-40B4-BE49-F238E27FC236}">
                <a16:creationId xmlns:a16="http://schemas.microsoft.com/office/drawing/2014/main" id="{4A09AF22-8BCF-9D8E-BE1A-27716EA658E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303637" y="1820330"/>
            <a:ext cx="5663379" cy="32901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256A71-D4F4-9427-B3A6-E638B10C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pPr algn="ctr"/>
            <a:r>
              <a:rPr lang="es-ES" noProof="1">
                <a:solidFill>
                  <a:schemeClr val="bg1"/>
                </a:solidFill>
              </a:rPr>
              <a:t>Demostración del juego Godot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AADF0-7EB9-7D8B-114B-3545AA642C63}"/>
              </a:ext>
            </a:extLst>
          </p:cNvPr>
          <p:cNvSpPr/>
          <p:nvPr/>
        </p:nvSpPr>
        <p:spPr>
          <a:xfrm>
            <a:off x="3303637" y="1830162"/>
            <a:ext cx="5663379" cy="3270499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FC086-AEC7-EE52-600E-E7ECB7231D60}"/>
              </a:ext>
            </a:extLst>
          </p:cNvPr>
          <p:cNvSpPr/>
          <p:nvPr/>
        </p:nvSpPr>
        <p:spPr>
          <a:xfrm>
            <a:off x="5860026" y="5110493"/>
            <a:ext cx="639097" cy="7003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2DD4F5-0239-25F5-91C3-26EFFC5B2FC8}"/>
              </a:ext>
            </a:extLst>
          </p:cNvPr>
          <p:cNvSpPr/>
          <p:nvPr/>
        </p:nvSpPr>
        <p:spPr>
          <a:xfrm>
            <a:off x="5456903" y="5624052"/>
            <a:ext cx="1435510" cy="2851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335858-EA80-B8A3-964C-0A334C121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812" y="237309"/>
            <a:ext cx="1090511" cy="1090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A0C7FC-3815-A998-5510-AFB5BAC767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1677" y="237308"/>
            <a:ext cx="1090511" cy="109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3CA8F-9D88-F8C1-AAC4-42CCC440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nline Media 10" title="TFG GameMaker Space Game">
            <a:hlinkClick r:id="" action="ppaction://media"/>
            <a:extLst>
              <a:ext uri="{FF2B5EF4-FFF2-40B4-BE49-F238E27FC236}">
                <a16:creationId xmlns:a16="http://schemas.microsoft.com/office/drawing/2014/main" id="{9A946179-BC9B-74B4-D74A-D320FD5974B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303637" y="1830162"/>
            <a:ext cx="5663379" cy="3280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451BDC-B347-55E3-1FCB-0281FB10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9"/>
            <a:ext cx="10515600" cy="1325563"/>
          </a:xfrm>
        </p:spPr>
        <p:txBody>
          <a:bodyPr/>
          <a:lstStyle/>
          <a:p>
            <a:pPr algn="ctr"/>
            <a:r>
              <a:rPr lang="es-ES" noProof="1">
                <a:solidFill>
                  <a:schemeClr val="bg1"/>
                </a:solidFill>
              </a:rPr>
              <a:t>Demostración del juego GameMaker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1206B-5C72-E5AC-9CD1-D2A11B89C7F3}"/>
              </a:ext>
            </a:extLst>
          </p:cNvPr>
          <p:cNvSpPr/>
          <p:nvPr/>
        </p:nvSpPr>
        <p:spPr>
          <a:xfrm>
            <a:off x="3303637" y="1830162"/>
            <a:ext cx="5663379" cy="3270499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46DB05-3647-2D6A-AC91-684EBC74C6F8}"/>
              </a:ext>
            </a:extLst>
          </p:cNvPr>
          <p:cNvSpPr/>
          <p:nvPr/>
        </p:nvSpPr>
        <p:spPr>
          <a:xfrm>
            <a:off x="5860026" y="5110493"/>
            <a:ext cx="639097" cy="7003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889654-3A31-211F-E113-872DCF0E1925}"/>
              </a:ext>
            </a:extLst>
          </p:cNvPr>
          <p:cNvSpPr/>
          <p:nvPr/>
        </p:nvSpPr>
        <p:spPr>
          <a:xfrm>
            <a:off x="5456903" y="5624052"/>
            <a:ext cx="1435510" cy="2851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Icon for GameMaker by Pi0h1.com">
            <a:extLst>
              <a:ext uri="{FF2B5EF4-FFF2-40B4-BE49-F238E27FC236}">
                <a16:creationId xmlns:a16="http://schemas.microsoft.com/office/drawing/2014/main" id="{127771E8-BBFB-B510-2AC7-0A4B05DEB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67" y="357508"/>
            <a:ext cx="947502" cy="947502"/>
          </a:xfrm>
          <a:prstGeom prst="rect">
            <a:avLst/>
          </a:prstGeom>
        </p:spPr>
      </p:pic>
      <p:pic>
        <p:nvPicPr>
          <p:cNvPr id="10" name="Picture 9" descr="Icon for GameMaker by Pi0h1.com">
            <a:extLst>
              <a:ext uri="{FF2B5EF4-FFF2-40B4-BE49-F238E27FC236}">
                <a16:creationId xmlns:a16="http://schemas.microsoft.com/office/drawing/2014/main" id="{8FAE3DDD-987B-FA45-2520-0FCF4356F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7231" y="357508"/>
            <a:ext cx="947502" cy="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1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8B209-5773-3B91-6E53-FBDC7E2E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775C66-E5EA-2B10-4FB8-61300E36EF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-1" b="1570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2EDA94-B7C4-AE00-4679-A8054C7D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ES" sz="6600" b="1" noProof="1">
                <a:solidFill>
                  <a:schemeClr val="bg1"/>
                </a:solidFill>
              </a:rPr>
              <a:t>Muchas gracias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2154130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6335</TotalTime>
  <Words>895</Words>
  <Application>Microsoft Office PowerPoint</Application>
  <PresentationFormat>Widescreen</PresentationFormat>
  <Paragraphs>217</Paragraphs>
  <Slides>22</Slides>
  <Notes>15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Unity, Godot y GameMaker: Una comparativa del desarrollo de juegos en 2D.</vt:lpstr>
      <vt:lpstr>Objetivos del proyecto</vt:lpstr>
      <vt:lpstr>Otras maneras de desarrollar juegos</vt:lpstr>
      <vt:lpstr>Sobre los motores de videojuegos</vt:lpstr>
      <vt:lpstr>Características de Unity</vt:lpstr>
      <vt:lpstr>Características de Godot</vt:lpstr>
      <vt:lpstr>Características de GameMaker</vt:lpstr>
      <vt:lpstr>Sobre el juego desarrollado</vt:lpstr>
      <vt:lpstr>Criterios de comparación</vt:lpstr>
      <vt:lpstr>Comparativa de arquitectura</vt:lpstr>
      <vt:lpstr>Comparativa de lenguajes</vt:lpstr>
      <vt:lpstr>Comparativa de físicas</vt:lpstr>
      <vt:lpstr>Comparativa de Shaders</vt:lpstr>
      <vt:lpstr>Desarrollo en Unity</vt:lpstr>
      <vt:lpstr>Desarrollo en Godot</vt:lpstr>
      <vt:lpstr>Desarrollo en GameMaker</vt:lpstr>
      <vt:lpstr>Conclusiones</vt:lpstr>
      <vt:lpstr>Uso de herramientas de Inteligencia Artificial</vt:lpstr>
      <vt:lpstr>Demostración del juego Unity</vt:lpstr>
      <vt:lpstr>Demostración del juego Godot</vt:lpstr>
      <vt:lpstr>Demostración del juego GameMaker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Sánchez López</dc:creator>
  <cp:lastModifiedBy>Gabriel Sánchez López</cp:lastModifiedBy>
  <cp:revision>65</cp:revision>
  <dcterms:created xsi:type="dcterms:W3CDTF">2026-05-23T23:12:48Z</dcterms:created>
  <dcterms:modified xsi:type="dcterms:W3CDTF">2026-07-05T17:55:19Z</dcterms:modified>
</cp:coreProperties>
</file>